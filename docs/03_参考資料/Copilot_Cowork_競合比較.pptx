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Microsoft 365 Copilot との補完から、Claude Cowork と Claude Code の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使い分けへ。競合ツールは参考として整理します。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9167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得意（強み）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自社データへの接続・統合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自律実行の深さと柔軟性</a:t>
                      </a:r>
                    </a:p>
                  </a:txBody>
                  <a:tcPr marL="109728" marR="109728" marT="54864" marB="54864" anchor="ctr">
                    <a:solidFill>
                      <a:srgbClr val="EAF0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どこから使う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Teams・Outlook・Word など使い慣れた製品の中から呼び出す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専用アプリ（独立した作業環境）で使う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データへの接続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自社テナント(Graph / Work IQ)を自動参照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渡したフォルダ＋Web＋外部ツール(MCP)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向いている仕事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社内情報を使った要約・下書き・分析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多段処理・データ加工・独自成果物づくり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262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例：</a:t>
            </a: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ポイント：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CopilotはOfficeの中と自社データに強く、Coworkはその範囲外のデータやタスクを担当します（補完の関係）。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 Cowork と Claude Code の使い分け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動いているのは同じClaude。Cowork はコードを書かずに業務をまるごと任せられ、Code は開発に深く踏み込めます。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得意＝文書・資料などのビジネス知識労働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コーディング不要で、主に業務ユーザー向け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文書・スライド・表・レポートを作成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選んだフォルダのファイル＋Web＋MCP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調査・資料づくり・データ整理を任せる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得意＝コード・開発などのソフトウェア作業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ターミナル(CLI)・プロジェクト単位で深く踏み込む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コード・リポジトリ・ファイルを操作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スクリプトやパイプラインで作り込み・自動化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データ処理やツールの作り込みはこちら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・コードやCLIで作り込み・自動化・リポジトリ操作をしたいとき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スキルやMCPで拡張できる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ローカルとクラウドを行き来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モデル品質・既存エコシステム・社内方針で決めます。用途が重なるため、基本はどれか1つを選びます。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0837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4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「Cowork」は両社が使う名称です。CopilotもClaudeを利用でき、モデルの違いより「どこに根ざすか」で選びます。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