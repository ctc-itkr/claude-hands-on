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「純粋な競合（同じ土俵）」と「補完（別エコシステム）」を分けて理解する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純粋な競合：自律コーディングエージェント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ターミナル(CLI)からコードやファイルを自律的に操作して開発を進めるツールどうしで、用途が重なる直接の競合です。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スキルやMCPで拡張できる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GPT‑5‑codex 系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ローカルとクラウドを行き来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後継のAntigravity CLIへ移行中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選ぶ基準：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モデル品質・既存エコシステム・社内方針で決めます。用途が重なるため、基本はどれか1つを選びます。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補完：組織AI vs 独立エージェント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両者は競合というより役割が異なります。どのデータに基づき、どんな統治の下で動くかで使い分けます。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9167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410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Claude Cowork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立ち位置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Microsoftエコシステムに内蔵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独立した作業エージェント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根ざすデータ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自社テナント(Graph / Work IQ)を権限内で自動参照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渡したフォルダ＋Web＋外部ツール(MCP)が対象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自律エージェント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あり（Copilot Studio/Copilot Cowork・Code）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あり（Claude Codeと同じ基盤。ターミナル不要）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使うモデル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自動ルーター（Anthropic含む複数）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Claude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統治/境界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M365コンプライアンス（EDP / Purview / EUDB）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権限確認・フォルダ単位の制限（Bedrock等で導入可）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「Cowork」は両社が使う名称なので社名を冠して区別します。Copilotも内部でClaudeを利用できるため、モデルの違いは選択の決め手になりません。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ポイント：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CopilotはOfficeの中と自社データに強く、Coworkはその範囲外のデータやタスクを担当します（補完の関係）。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 Cowork と Claude Code：同じ頭脳、入り口が違う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どちらも同じClaudeのエージェント基盤を使っています。違いは「誰が・何に使うか」で、目的に応じて選びます。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ターミナル不要の業務エージェント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コーディング不要で、主に業務ユーザー向け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文書・スライド・表・レポートを作成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選んだフォルダのファイル＋Web＋MCP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調査・資料づくり・データ整理を任せる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開発者グレードの作業エージェント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ターミナル(CLI)・プロジェクト単位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コード・リポジトリ・ファイルを操作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スクリプトやパイプラインで作り込み・自動化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データ処理やツールの作り込みはこちら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57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・コードやCLIで作り込み・自動化・リポジトリ操作をしたいとき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0837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Code / OpenAI Codex / 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4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「Cowork」は両社が使う名称です。CopilotもClaudeを利用でき、モデルの違いより「どこに根ざすか」で選びます。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