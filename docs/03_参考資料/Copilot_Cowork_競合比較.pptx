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Microsoft 365 Copilot との補完から、Claude Cowork と Claude Code の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使い分けへ。競合ツールは参考として整理します。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Microsoft 365 Copilot と Claude Cowork の住み分け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似た作業はどちらもできます。差が出るのは、仕事の“難所”がどちらの強みに当たるかです。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9167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Claude Cowork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得意（強み）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自社データへの接続・統合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自律実行の深さと柔軟性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どこから使う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Teams・Outlook・Word など使い慣れた製品の中から呼び出す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専用アプリ（独立した作業環境）で使う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データへの接続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自社テナント(Graph / Work IQ)を自動参照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渡したフォルダ＋Web＋外部ツール(MCP)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向いている仕事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社内情報を使った要約・下書き・分析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多段処理・データ加工・独自成果物づくり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262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例：</a:t>
            </a: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「競合3社の決算を比べたい」→ 社内に資料があれば Copilot で要約。公開データやCSVから作るなら Cowork が取得・解析してダッシュボード化。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統治は Copilot が M365準拠、Cowork は権限確認・フォルダ単位の制限。両者とも自律エージェント機能を持ち、「Cowork」は両社が使う名称です。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置き換えではなく役割分担です。CopilotだけではカバーしにくいデータやタスクをClaude Coworkが担います。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836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980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3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範囲を絞って導入できる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ポイント：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CopilotはOfficeの中と自社データに強く、Coworkはその範囲外のデータやタスクを担当します（補完の関係）。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 Cowork と Claude Code の使い分け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できること自体は同じClaudeでほぼ共通（MCP・コード実行・デスクトップアプリもどちらにもあります）。違いは“何に向くか・誰向けか”です。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53949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一般業務むけ（コード不要）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業務ユーザー（非エンジニア）向け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文書・スライド・表づくり、調査・データ整理に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デスクトップアプリ/Webで対話しながら使う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コードやコマンドを書かなくてよい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352" y="1874519"/>
            <a:ext cx="53949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ソフトウェア開発むけ（エンジニア）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エンジニア・開発者向け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コードを書く・動かす・テストして自分で直す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実際のプロジェクトの中で作業（git・ビルド・CI）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ターミナル(CLI)やIDEからも使える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57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・コードやCLIで作り込み・自動化・リポジトリ操作をしたいとき →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【参考】Claude Code と同じ土俵の競合ツール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351129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スキルやMCPで拡張できる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5" y="1965960"/>
            <a:ext cx="351129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ローカルとクラウドを行き来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9871" y="1965960"/>
            <a:ext cx="351129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後継のAntigravity CLIへ移行中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選ぶ基準：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モデル品質・既存エコシステム・社内方針で決めます。用途が重なるため、基本はどれか1つを選びます。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0837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6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Code / OpenAI Codex / 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4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「Cowork」は両社が使う名称です。CopilotもClaudeを利用でき、モデルの違いより「どこに根ざすか」で選びます。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