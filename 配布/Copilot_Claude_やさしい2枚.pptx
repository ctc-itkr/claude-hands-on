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25"/>
  </p:notesMasterIdLst>
  <p:sldIdLst>
    <p:sldId id="256" r:id="rId31"/>
    <p:sldId id="257" r:id="rId3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22748"/>
    <a:srgbClr val="012548"/>
    <a:srgbClr val="012648"/>
    <a:srgbClr val="677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37" autoAdjust="0"/>
    <p:restoredTop sz="86466" autoAdjust="0"/>
  </p:normalViewPr>
  <p:slideViewPr>
    <p:cSldViewPr snapToGrid="0">
      <p:cViewPr varScale="1">
        <p:scale>
          <a:sx n="72" d="100"/>
          <a:sy n="72" d="100"/>
        </p:scale>
        <p:origin x="1234" y="283"/>
      </p:cViewPr>
      <p:guideLst/>
    </p:cSldViewPr>
  </p:slideViewPr>
  <p:outlineViewPr>
    <p:cViewPr>
      <p:scale>
        <a:sx n="33" d="100"/>
        <a:sy n="33" d="100"/>
      </p:scale>
      <p:origin x="0" y="-47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openxmlformats.org/officeDocument/2006/relationships/slide" Target="slides/slide1.xml"/><Relationship Id="rId32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杉村　麻記子" userId="7b6cb1e1-ca39-4bf7-a670-9ae758fae17a" providerId="ADAL" clId="{F08030B0-55D8-42BA-A35F-5EDC85AE88F6}"/>
    <pc:docChg chg="delSld modSld">
      <pc:chgData name="杉村　麻記子" userId="7b6cb1e1-ca39-4bf7-a670-9ae758fae17a" providerId="ADAL" clId="{F08030B0-55D8-42BA-A35F-5EDC85AE88F6}" dt="2025-10-03T07:39:20.942" v="4" actId="1076"/>
      <pc:docMkLst>
        <pc:docMk/>
      </pc:docMkLst>
      <pc:sldChg chg="addSp modSp mod">
        <pc:chgData name="杉村　麻記子" userId="7b6cb1e1-ca39-4bf7-a670-9ae758fae17a" providerId="ADAL" clId="{F08030B0-55D8-42BA-A35F-5EDC85AE88F6}" dt="2025-10-03T07:39:20.942" v="4" actId="1076"/>
        <pc:sldMkLst>
          <pc:docMk/>
          <pc:sldMk cId="287944165" sldId="326"/>
        </pc:sldMkLst>
        <pc:spChg chg="add mod">
          <ac:chgData name="杉村　麻記子" userId="7b6cb1e1-ca39-4bf7-a670-9ae758fae17a" providerId="ADAL" clId="{F08030B0-55D8-42BA-A35F-5EDC85AE88F6}" dt="2025-10-03T07:39:20.942" v="4" actId="1076"/>
          <ac:spMkLst>
            <pc:docMk/>
            <pc:sldMk cId="287944165" sldId="326"/>
            <ac:spMk id="4" creationId="{261DA770-171D-0878-BBD4-ABC038BE8ED7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B3B83-EABC-4039-9F7A-EC4B788C1C40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8D139-BD1B-4B66-BB08-DB0DB6B95E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281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（BrandPromis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1195-F120-BCB2-5EE3-723E70C1F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7426" y="1989088"/>
            <a:ext cx="6170292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6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62214ACD-D9BE-40F6-D231-9138B5215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5306" y="5470206"/>
            <a:ext cx="6172412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FC9C3C0-2F9D-131F-910E-8008929D8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5306" y="5930984"/>
            <a:ext cx="6172412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6B053CD4-F3BD-5F69-E59C-A597A09B6F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05306" y="3453206"/>
            <a:ext cx="6172412" cy="947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 baseline="0">
                <a:solidFill>
                  <a:schemeClr val="bg2"/>
                </a:solidFill>
                <a:latin typeface="+mj-lt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62007915-F4F5-B5F4-7D86-F096B722CD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5306" y="5021958"/>
            <a:ext cx="6172412" cy="36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EC5E5A87-055B-CC48-B155-1E58CEE1FD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05306" y="561890"/>
            <a:ext cx="4248976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b="1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02274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BrandPromise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34B65B-0338-7BEC-DB85-C77E40F3B3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345600"/>
            <a:ext cx="9360000" cy="364947"/>
          </a:xfrm>
          <a:prstGeom prst="rect">
            <a:avLst/>
          </a:prstGeom>
        </p:spPr>
        <p:txBody>
          <a:bodyPr lIns="0" tIns="0" rIns="0" bIns="0"/>
          <a:lstStyle>
            <a:lvl1pPr>
              <a:defRPr kumimoji="1" lang="ja-JP" altLang="en-US" sz="2800" b="1" i="0" kern="12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目次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ⓒ ITOCHU Techno-Solutions Corporation</a:t>
            </a:r>
            <a:endParaRPr kumimoji="1" lang="ja-JP" altLang="en-US" sz="7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baseline="0" smtClean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pPr/>
              <a:t>‹#›</a:t>
            </a:fld>
            <a:endParaRPr kumimoji="1" lang="ja-JP" altLang="en-US" sz="16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BFF33CFC-0549-1543-73EC-446B3C671D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282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C2D53A55-D2D1-2FC9-17CB-D037E0C36C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1001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Font typeface="Arial" panose="020B0604020202020204" pitchFamily="34" charset="0"/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457170" indent="0">
              <a:buNone/>
              <a:defRPr>
                <a:solidFill>
                  <a:schemeClr val="bg1"/>
                </a:solidFill>
              </a:defRPr>
            </a:lvl2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5BBBF76E-4B32-365C-5F2B-2ED1F2568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282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72219218-2BF5-6F59-A39D-2D14AA64DB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01001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11" name="テキスト プレースホルダー 12">
            <a:extLst>
              <a:ext uri="{FF2B5EF4-FFF2-40B4-BE49-F238E27FC236}">
                <a16:creationId xmlns:a16="http://schemas.microsoft.com/office/drawing/2014/main" id="{EE512878-A966-CEA2-FC3B-8C9E8A1CB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4282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2" name="テキスト プレースホルダー 12">
            <a:extLst>
              <a:ext uri="{FF2B5EF4-FFF2-40B4-BE49-F238E27FC236}">
                <a16:creationId xmlns:a16="http://schemas.microsoft.com/office/drawing/2014/main" id="{F7FAB665-AC8F-2C72-C947-3AB07CC1FA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1001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8B6417D6-654D-3B96-1007-DEAECEFD0C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282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4" name="テキスト プレースホルダー 12">
            <a:extLst>
              <a:ext uri="{FF2B5EF4-FFF2-40B4-BE49-F238E27FC236}">
                <a16:creationId xmlns:a16="http://schemas.microsoft.com/office/drawing/2014/main" id="{5B1B1BFE-AB5A-3082-779B-03D370242C9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01001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79263F1A-F880-AF75-7AC3-3F6C23F7197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3990" y="1736726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6" name="テキスト プレースホルダー 12">
            <a:extLst>
              <a:ext uri="{FF2B5EF4-FFF2-40B4-BE49-F238E27FC236}">
                <a16:creationId xmlns:a16="http://schemas.microsoft.com/office/drawing/2014/main" id="{C6202829-8413-3616-0EEE-5C30E27A25C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20709" y="1736726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17" name="テキスト プレースホルダー 12">
            <a:extLst>
              <a:ext uri="{FF2B5EF4-FFF2-40B4-BE49-F238E27FC236}">
                <a16:creationId xmlns:a16="http://schemas.microsoft.com/office/drawing/2014/main" id="{44A1FB7E-AF88-C752-6C70-639109338AE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3990" y="265977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18" name="テキスト プレースホルダー 12">
            <a:extLst>
              <a:ext uri="{FF2B5EF4-FFF2-40B4-BE49-F238E27FC236}">
                <a16:creationId xmlns:a16="http://schemas.microsoft.com/office/drawing/2014/main" id="{C05BF193-6E26-AC8C-89E9-EFD28A7B29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20709" y="265977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96D897ED-6C29-32CC-9E0C-A98B237197E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33990" y="3569588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0" name="テキスト プレースホルダー 12">
            <a:extLst>
              <a:ext uri="{FF2B5EF4-FFF2-40B4-BE49-F238E27FC236}">
                <a16:creationId xmlns:a16="http://schemas.microsoft.com/office/drawing/2014/main" id="{9E7B7369-4B53-4C54-006E-CB7B544D342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720709" y="3569588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21" name="テキスト プレースホルダー 12">
            <a:extLst>
              <a:ext uri="{FF2B5EF4-FFF2-40B4-BE49-F238E27FC236}">
                <a16:creationId xmlns:a16="http://schemas.microsoft.com/office/drawing/2014/main" id="{0DBEA6BB-E5A1-EACF-2B35-FD0DEC24215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33990" y="4482833"/>
            <a:ext cx="468000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22" name="テキスト プレースホルダー 12">
            <a:extLst>
              <a:ext uri="{FF2B5EF4-FFF2-40B4-BE49-F238E27FC236}">
                <a16:creationId xmlns:a16="http://schemas.microsoft.com/office/drawing/2014/main" id="{12D47016-60C8-2B2D-D9C9-E5162F8B9D9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720709" y="4482833"/>
            <a:ext cx="4571687" cy="6635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kumimoji="1" lang="en-US" altLang="ja-JP" sz="2400" b="0" i="0" kern="1200" dirty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</a:lstStyle>
          <a:p>
            <a:pPr marL="0" lvl="0" indent="0" algn="l" defTabSz="479968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60151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（BrandPromise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3ADD520-9AEF-F30E-D910-19A35551EA38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ⓒ ITOCHU Techno-Solutions Corporation</a:t>
            </a:r>
            <a:endParaRPr kumimoji="1" lang="ja-JP" altLang="en-US" sz="7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4B143FC-CABC-9641-1F86-03195F7275A0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baseline="0" smtClean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pPr/>
              <a:t>‹#›</a:t>
            </a:fld>
            <a:endParaRPr kumimoji="1" lang="ja-JP" altLang="en-US" sz="16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999A443F-732A-B472-701F-E3FCA360DE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5021" y="1736725"/>
            <a:ext cx="540000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None/>
              <a:defRPr sz="24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F23E55FC-F091-22F3-23B3-5313976295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97530" y="1736725"/>
            <a:ext cx="5580188" cy="31258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defTabSz="479968">
              <a:buClr>
                <a:schemeClr val="bg1"/>
              </a:buClr>
              <a:buFontTx/>
              <a:buNone/>
              <a:defRPr sz="2400" b="0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7A730699-D02B-17D3-E676-0A461999EA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000" y="345600"/>
            <a:ext cx="9360000" cy="364947"/>
          </a:xfrm>
          <a:prstGeom prst="rect">
            <a:avLst/>
          </a:prstGeom>
        </p:spPr>
        <p:txBody>
          <a:bodyPr lIns="0" tIns="0" rIns="0" bIns="0"/>
          <a:lstStyle>
            <a:lvl1pPr>
              <a:defRPr kumimoji="1" lang="ja-JP" altLang="en-US" sz="2800" b="1" i="0" kern="12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71696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randPromise）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E19E5A-C399-4861-2D7D-879AA1F0C84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ⓒ ITOCHU Techno-Solutions Corporation</a:t>
            </a:r>
            <a:endParaRPr kumimoji="1" lang="ja-JP" altLang="en-US" sz="7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88EED6-B583-2F6F-A5EB-452C22B7FA9E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baseline="0" smtClean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pPr/>
              <a:t>‹#›</a:t>
            </a:fld>
            <a:endParaRPr kumimoji="1" lang="ja-JP" altLang="en-US" sz="16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F48B94-E222-7D77-2CFF-9E2FB718F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282" y="1921292"/>
            <a:ext cx="10563436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8F53CC41-86F1-5FEB-59ED-3C83DAC49F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82" y="3471448"/>
            <a:ext cx="10563436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67355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ページ（BrandPromise）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2">
            <a:extLst>
              <a:ext uri="{FF2B5EF4-FFF2-40B4-BE49-F238E27FC236}">
                <a16:creationId xmlns:a16="http://schemas.microsoft.com/office/drawing/2014/main" id="{B49D2075-5F46-8658-D08C-83AAD1EE03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05924" y="3471448"/>
            <a:ext cx="6171794" cy="14819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kumimoji="1" lang="ja-JP" alt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3C6615-4460-A918-DCD4-E3A933B13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5924" y="1921292"/>
            <a:ext cx="6171794" cy="137144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3000" b="1" i="0" baseline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A4F962E-989C-44C8-D7C4-364E76AA8CE8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baseline="0" smtClean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pPr/>
              <a:t>‹#›</a:t>
            </a:fld>
            <a:endParaRPr kumimoji="1" lang="ja-JP" altLang="en-US" sz="16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9873948-0703-919A-CCC3-D30E5E5D2DAB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baseline="0" dirty="0">
                <a:solidFill>
                  <a:schemeClr val="bg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ⓒ ITOCHU Techno-Solutions Corporation</a:t>
            </a:r>
            <a:endParaRPr kumimoji="1" lang="ja-JP" altLang="en-US" sz="700" baseline="0">
              <a:solidFill>
                <a:schemeClr val="bg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5994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randPromise）1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675AF0F-7B87-9248-402A-36410A0B8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600" y="349200"/>
            <a:ext cx="9358425" cy="430371"/>
          </a:xfrm>
          <a:prstGeom prst="rect">
            <a:avLst/>
          </a:prstGeom>
        </p:spPr>
        <p:txBody>
          <a:bodyPr lIns="0" tIns="0" rIns="0"/>
          <a:lstStyle>
            <a:lvl1pPr>
              <a:defRPr kumimoji="1" lang="ja-JP" altLang="en-US" sz="2800" b="1" i="0" kern="1200" dirty="0">
                <a:solidFill>
                  <a:schemeClr val="bg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タイトルの書式設定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D05F00B-A01F-4E34-DFB1-FFDA344A1B1F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2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2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8415C5B-2E93-D069-B675-2017D40F5759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2"/>
                </a:solidFill>
              </a:rPr>
              <a:pPr/>
              <a:t>‹#›</a:t>
            </a:fld>
            <a:endParaRPr kumimoji="1" lang="ja-JP" altLang="en-US" sz="1600">
              <a:solidFill>
                <a:schemeClr val="bg2"/>
              </a:solidFill>
            </a:endParaRP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595AE3B8-559D-4355-5E2D-7214858418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80975" indent="-180975" defTabSz="479968">
              <a:buFont typeface="Arial" panose="020B0604020202020204" pitchFamily="34" charset="0"/>
              <a:buChar char="•"/>
              <a:tabLst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62911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randPromise）1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DBD829DC-0049-3F39-DBDB-7DA5131862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856" y="1270414"/>
            <a:ext cx="4948042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9388" indent="-179388" defTabSz="479968"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  <p:sp>
        <p:nvSpPr>
          <p:cNvPr id="6" name="テキスト プレースホルダー 12">
            <a:extLst>
              <a:ext uri="{FF2B5EF4-FFF2-40B4-BE49-F238E27FC236}">
                <a16:creationId xmlns:a16="http://schemas.microsoft.com/office/drawing/2014/main" id="{310E6BF0-BCEE-7DAB-3F79-2F0B87294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4529" y="1270414"/>
            <a:ext cx="4950615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9388" indent="-179388" defTabSz="479968"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EFA939F-E277-912C-B89E-E2784FE7CCE1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2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2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77001E-1F62-7C8A-1040-7F6370353716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2"/>
                </a:solidFill>
              </a:rPr>
              <a:pPr/>
              <a:t>‹#›</a:t>
            </a:fld>
            <a:endParaRPr kumimoji="1" lang="ja-JP" altLang="en-US" sz="1600">
              <a:solidFill>
                <a:schemeClr val="bg2"/>
              </a:solidFill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CD246A4-20A9-4983-E3D8-F7845E4F5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600" y="349200"/>
            <a:ext cx="9358425" cy="430371"/>
          </a:xfrm>
          <a:prstGeom prst="rect">
            <a:avLst/>
          </a:prstGeom>
        </p:spPr>
        <p:txBody>
          <a:bodyPr lIns="0" tIns="0" rIns="0"/>
          <a:lstStyle>
            <a:lvl1pPr>
              <a:defRPr kumimoji="1" lang="ja-JP" altLang="en-US" sz="2800" b="1" i="0" kern="1200" dirty="0">
                <a:solidFill>
                  <a:schemeClr val="bg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73962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randPromise）2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039158A-9C9D-D34B-0201-33A03E4B1F2D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2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2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D437AEB-C021-E2F2-EE89-620ED1D0A22F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2"/>
                </a:solidFill>
              </a:rPr>
              <a:pPr/>
              <a:t>‹#›</a:t>
            </a:fld>
            <a:endParaRPr kumimoji="1" lang="ja-JP" altLang="en-US" sz="1600">
              <a:solidFill>
                <a:schemeClr val="bg2"/>
              </a:solidFill>
            </a:endParaRP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85CF175B-6024-9305-048C-39B5542FA5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918" y="1268414"/>
            <a:ext cx="10562800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9388" indent="-179388" defTabSz="479968"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DC4D89E1-6019-CD11-5098-6FDF8AC76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600" y="349200"/>
            <a:ext cx="9358425" cy="430371"/>
          </a:xfrm>
          <a:prstGeom prst="rect">
            <a:avLst/>
          </a:prstGeom>
        </p:spPr>
        <p:txBody>
          <a:bodyPr lIns="0" tIns="0" rIns="0"/>
          <a:lstStyle>
            <a:lvl1pPr>
              <a:defRPr kumimoji="1" lang="ja-JP" altLang="en-US" sz="2800" b="1" i="0" kern="1200" dirty="0">
                <a:solidFill>
                  <a:schemeClr val="bg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65738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（BrandPromise）2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2">
            <a:extLst>
              <a:ext uri="{FF2B5EF4-FFF2-40B4-BE49-F238E27FC236}">
                <a16:creationId xmlns:a16="http://schemas.microsoft.com/office/drawing/2014/main" id="{5411DECF-C299-69A5-0451-1438965024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7200" y="1270800"/>
            <a:ext cx="4948042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9388" indent="-179388" defTabSz="479968"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8F4F74A1-4514-B98B-404D-67FD74B138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8585" y="1282919"/>
            <a:ext cx="4950615" cy="49441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9388" indent="-179388" defTabSz="479968">
              <a:buFont typeface="Arial" panose="020B0604020202020204" pitchFamily="34" charset="0"/>
              <a:buChar char="•"/>
              <a:defRPr sz="2800"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1pPr>
            <a:lvl2pPr marL="447675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2pPr>
            <a:lvl3pPr marL="7191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3pPr>
            <a:lvl4pPr marL="985838" indent="-180975"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4pPr>
            <a:lvl5pPr marL="1257300" indent="-180975">
              <a:tabLst>
                <a:tab pos="1076325" algn="l"/>
              </a:tabLst>
              <a:defRPr b="0" i="0">
                <a:solidFill>
                  <a:schemeClr val="bg2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5pPr>
            <a:lvl6pPr>
              <a:defRPr b="0" i="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defRPr>
            </a:lvl6pPr>
            <a:lvl7pPr>
              <a:defRPr b="0" i="0">
                <a:solidFill>
                  <a:schemeClr val="bg1"/>
                </a:solidFill>
              </a:defRPr>
            </a:lvl7pPr>
          </a:lstStyle>
          <a:p>
            <a:pPr lvl="0"/>
            <a:r>
              <a:rPr kumimoji="1" lang="ja-JP" altLang="en-US" dirty="0"/>
              <a:t>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テキスト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3D03859-B735-5B46-EA88-4FE6F7498165}"/>
              </a:ext>
            </a:extLst>
          </p:cNvPr>
          <p:cNvSpPr txBox="1">
            <a:spLocks/>
          </p:cNvSpPr>
          <p:nvPr userDrawn="1"/>
        </p:nvSpPr>
        <p:spPr>
          <a:xfrm>
            <a:off x="325402" y="6394865"/>
            <a:ext cx="2743200" cy="3319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304670" rtl="0" eaLnBrk="1" latinLnBrk="0" hangingPunct="1">
              <a:defRPr sz="20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" altLang="ja-JP" sz="700" dirty="0">
                <a:solidFill>
                  <a:schemeClr val="bg2"/>
                </a:solidFill>
              </a:rPr>
              <a:t>ⓒ ITOCHU Techno-Solutions Corporation</a:t>
            </a:r>
            <a:endParaRPr kumimoji="1" lang="ja-JP" altLang="en-US" sz="700">
              <a:solidFill>
                <a:schemeClr val="bg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52843-D2AD-DFE5-DECC-ED205632FF2D}"/>
              </a:ext>
            </a:extLst>
          </p:cNvPr>
          <p:cNvSpPr txBox="1">
            <a:spLocks/>
          </p:cNvSpPr>
          <p:nvPr userDrawn="1"/>
        </p:nvSpPr>
        <p:spPr>
          <a:xfrm>
            <a:off x="9133618" y="6326799"/>
            <a:ext cx="2743200" cy="2994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304670" rtl="0" eaLnBrk="1" latinLnBrk="0" hangingPunct="1">
              <a:defRPr sz="1600" b="0" i="0" kern="1200">
                <a:solidFill>
                  <a:srgbClr val="003D86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30467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336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00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8672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340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007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2675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7344" algn="l" defTabSz="30467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61D7DA0-AA9A-8342-BE3E-6EB34F8DE2BC}" type="slidenum">
              <a:rPr kumimoji="1" lang="ja-JP" altLang="en-US" sz="1600" smtClean="0">
                <a:solidFill>
                  <a:schemeClr val="bg2"/>
                </a:solidFill>
              </a:rPr>
              <a:pPr/>
              <a:t>‹#›</a:t>
            </a:fld>
            <a:endParaRPr kumimoji="1" lang="ja-JP" altLang="en-US" sz="1600">
              <a:solidFill>
                <a:schemeClr val="bg2"/>
              </a:solidFill>
            </a:endParaRP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124C8BBD-F76E-BFF3-575B-EF57C8A46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600" y="349200"/>
            <a:ext cx="9358425" cy="430371"/>
          </a:xfrm>
          <a:prstGeom prst="rect">
            <a:avLst/>
          </a:prstGeom>
        </p:spPr>
        <p:txBody>
          <a:bodyPr lIns="0" tIns="0" rIns="0"/>
          <a:lstStyle>
            <a:lvl1pPr>
              <a:defRPr kumimoji="1" lang="ja-JP" altLang="en-US" sz="2800" b="1" i="0" kern="1200" dirty="0">
                <a:solidFill>
                  <a:schemeClr val="bg2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1" lang="ja-JP" altLang="en-US" dirty="0"/>
              <a:t>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72945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（BrandPromise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683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1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2A6515A1-C749-A0BC-346F-9E9C625C5863}"/>
              </a:ext>
            </a:extLst>
          </p:cNvPr>
          <p:cNvGrpSpPr/>
          <p:nvPr userDrawn="1"/>
        </p:nvGrpSpPr>
        <p:grpSpPr>
          <a:xfrm>
            <a:off x="-2646410" y="0"/>
            <a:ext cx="2427336" cy="3886563"/>
            <a:chOff x="-2646410" y="0"/>
            <a:chExt cx="2427336" cy="3886563"/>
          </a:xfrm>
        </p:grpSpPr>
        <p:grpSp>
          <p:nvGrpSpPr>
            <p:cNvPr id="103" name="グループ化 102">
              <a:extLst>
                <a:ext uri="{FF2B5EF4-FFF2-40B4-BE49-F238E27FC236}">
                  <a16:creationId xmlns:a16="http://schemas.microsoft.com/office/drawing/2014/main" id="{19C9587B-15BF-A9AB-0C96-71EB75119A11}"/>
                </a:ext>
              </a:extLst>
            </p:cNvPr>
            <p:cNvGrpSpPr/>
            <p:nvPr userDrawn="1"/>
          </p:nvGrpSpPr>
          <p:grpSpPr>
            <a:xfrm>
              <a:off x="-2646407" y="4228"/>
              <a:ext cx="377678" cy="1861107"/>
              <a:chOff x="-3408415" y="-29139"/>
              <a:chExt cx="452007" cy="2227368"/>
            </a:xfrm>
          </p:grpSpPr>
          <p:grpSp>
            <p:nvGrpSpPr>
              <p:cNvPr id="146" name="グループ化 145">
                <a:extLst>
                  <a:ext uri="{FF2B5EF4-FFF2-40B4-BE49-F238E27FC236}">
                    <a16:creationId xmlns:a16="http://schemas.microsoft.com/office/drawing/2014/main" id="{B6FE1A51-6305-DC4F-77C3-52DABE489F12}"/>
                  </a:ext>
                </a:extLst>
              </p:cNvPr>
              <p:cNvGrpSpPr/>
              <p:nvPr userDrawn="1"/>
            </p:nvGrpSpPr>
            <p:grpSpPr>
              <a:xfrm>
                <a:off x="-3408415" y="123410"/>
                <a:ext cx="452007" cy="2074819"/>
                <a:chOff x="-2709812" y="0"/>
                <a:chExt cx="763449" cy="3504430"/>
              </a:xfrm>
            </p:grpSpPr>
            <p:sp>
              <p:nvSpPr>
                <p:cNvPr id="148" name="正方形/長方形 147">
                  <a:extLst>
                    <a:ext uri="{FF2B5EF4-FFF2-40B4-BE49-F238E27FC236}">
                      <a16:creationId xmlns:a16="http://schemas.microsoft.com/office/drawing/2014/main" id="{C5DBBDCB-3CE3-30FC-A7B9-01E60F0D3B6B}"/>
                    </a:ext>
                  </a:extLst>
                </p:cNvPr>
                <p:cNvSpPr/>
                <p:nvPr userDrawn="1"/>
              </p:nvSpPr>
              <p:spPr>
                <a:xfrm>
                  <a:off x="-2709812" y="0"/>
                  <a:ext cx="763449" cy="716809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49" name="正方形/長方形 148">
                  <a:extLst>
                    <a:ext uri="{FF2B5EF4-FFF2-40B4-BE49-F238E27FC236}">
                      <a16:creationId xmlns:a16="http://schemas.microsoft.com/office/drawing/2014/main" id="{B55946F3-4F27-B931-8272-0BE2CFD6E60E}"/>
                    </a:ext>
                  </a:extLst>
                </p:cNvPr>
                <p:cNvSpPr/>
                <p:nvPr userDrawn="1"/>
              </p:nvSpPr>
              <p:spPr>
                <a:xfrm>
                  <a:off x="-2709812" y="929207"/>
                  <a:ext cx="763449" cy="71680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50" name="正方形/長方形 149">
                  <a:extLst>
                    <a:ext uri="{FF2B5EF4-FFF2-40B4-BE49-F238E27FC236}">
                      <a16:creationId xmlns:a16="http://schemas.microsoft.com/office/drawing/2014/main" id="{236D03E7-F13E-9EBA-BD8C-AC69BCD60757}"/>
                    </a:ext>
                  </a:extLst>
                </p:cNvPr>
                <p:cNvSpPr/>
                <p:nvPr userDrawn="1"/>
              </p:nvSpPr>
              <p:spPr>
                <a:xfrm>
                  <a:off x="-2709812" y="1858417"/>
                  <a:ext cx="763449" cy="71680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51" name="正方形/長方形 150">
                  <a:extLst>
                    <a:ext uri="{FF2B5EF4-FFF2-40B4-BE49-F238E27FC236}">
                      <a16:creationId xmlns:a16="http://schemas.microsoft.com/office/drawing/2014/main" id="{DA49A960-13EB-D5D9-8D00-6EFE7F3E2818}"/>
                    </a:ext>
                  </a:extLst>
                </p:cNvPr>
                <p:cNvSpPr/>
                <p:nvPr userDrawn="1"/>
              </p:nvSpPr>
              <p:spPr>
                <a:xfrm>
                  <a:off x="-2709812" y="2787621"/>
                  <a:ext cx="763449" cy="71680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</p:grpSp>
          <p:sp>
            <p:nvSpPr>
              <p:cNvPr id="147" name="正方形/長方形 146">
                <a:extLst>
                  <a:ext uri="{FF2B5EF4-FFF2-40B4-BE49-F238E27FC236}">
                    <a16:creationId xmlns:a16="http://schemas.microsoft.com/office/drawing/2014/main" id="{7A7151D1-90FE-BC82-CEDE-BC2863D2D256}"/>
                  </a:ext>
                </a:extLst>
              </p:cNvPr>
              <p:cNvSpPr/>
              <p:nvPr userDrawn="1"/>
            </p:nvSpPr>
            <p:spPr>
              <a:xfrm>
                <a:off x="-3333738" y="-29139"/>
                <a:ext cx="302661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1</a:t>
                </a:r>
                <a:endPara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游ゴシック Medium"/>
                  <a:ea typeface="游ゴシック Medium"/>
                  <a:cs typeface="+mn-cs"/>
                </a:endParaRPr>
              </a:p>
            </p:txBody>
          </p:sp>
        </p:grpSp>
        <p:grpSp>
          <p:nvGrpSpPr>
            <p:cNvPr id="104" name="グループ化 103">
              <a:extLst>
                <a:ext uri="{FF2B5EF4-FFF2-40B4-BE49-F238E27FC236}">
                  <a16:creationId xmlns:a16="http://schemas.microsoft.com/office/drawing/2014/main" id="{BB3B4968-03F7-EFB5-9D05-1226DCE43BC3}"/>
                </a:ext>
              </a:extLst>
            </p:cNvPr>
            <p:cNvGrpSpPr/>
            <p:nvPr userDrawn="1"/>
          </p:nvGrpSpPr>
          <p:grpSpPr>
            <a:xfrm>
              <a:off x="-1963191" y="0"/>
              <a:ext cx="377678" cy="1865335"/>
              <a:chOff x="-2590733" y="-34199"/>
              <a:chExt cx="452006" cy="2232435"/>
            </a:xfrm>
          </p:grpSpPr>
          <p:grpSp>
            <p:nvGrpSpPr>
              <p:cNvPr id="140" name="グループ化 139">
                <a:extLst>
                  <a:ext uri="{FF2B5EF4-FFF2-40B4-BE49-F238E27FC236}">
                    <a16:creationId xmlns:a16="http://schemas.microsoft.com/office/drawing/2014/main" id="{40870C4B-4B8C-762F-1233-8CA263DD493D}"/>
                  </a:ext>
                </a:extLst>
              </p:cNvPr>
              <p:cNvGrpSpPr/>
              <p:nvPr userDrawn="1"/>
            </p:nvGrpSpPr>
            <p:grpSpPr>
              <a:xfrm>
                <a:off x="-2590733" y="123410"/>
                <a:ext cx="452006" cy="2074826"/>
                <a:chOff x="-1330808" y="19671"/>
                <a:chExt cx="763449" cy="3504430"/>
              </a:xfrm>
            </p:grpSpPr>
            <p:sp>
              <p:nvSpPr>
                <p:cNvPr id="142" name="正方形/長方形 141">
                  <a:extLst>
                    <a:ext uri="{FF2B5EF4-FFF2-40B4-BE49-F238E27FC236}">
                      <a16:creationId xmlns:a16="http://schemas.microsoft.com/office/drawing/2014/main" id="{07B4AAAF-C516-C67C-186D-AB136F2C776D}"/>
                    </a:ext>
                  </a:extLst>
                </p:cNvPr>
                <p:cNvSpPr/>
                <p:nvPr userDrawn="1"/>
              </p:nvSpPr>
              <p:spPr>
                <a:xfrm>
                  <a:off x="-1330808" y="19671"/>
                  <a:ext cx="763449" cy="71680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43" name="正方形/長方形 142">
                  <a:extLst>
                    <a:ext uri="{FF2B5EF4-FFF2-40B4-BE49-F238E27FC236}">
                      <a16:creationId xmlns:a16="http://schemas.microsoft.com/office/drawing/2014/main" id="{AABC157E-89C4-C3A2-79E3-A95F9497C9D7}"/>
                    </a:ext>
                  </a:extLst>
                </p:cNvPr>
                <p:cNvSpPr/>
                <p:nvPr userDrawn="1"/>
              </p:nvSpPr>
              <p:spPr>
                <a:xfrm>
                  <a:off x="-1330808" y="948878"/>
                  <a:ext cx="763449" cy="716808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44" name="正方形/長方形 143">
                  <a:extLst>
                    <a:ext uri="{FF2B5EF4-FFF2-40B4-BE49-F238E27FC236}">
                      <a16:creationId xmlns:a16="http://schemas.microsoft.com/office/drawing/2014/main" id="{3E8B0085-338C-84C0-240F-C5979C644520}"/>
                    </a:ext>
                  </a:extLst>
                </p:cNvPr>
                <p:cNvSpPr/>
                <p:nvPr userDrawn="1"/>
              </p:nvSpPr>
              <p:spPr>
                <a:xfrm>
                  <a:off x="-1330808" y="1878086"/>
                  <a:ext cx="763449" cy="716808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  <p:sp>
              <p:nvSpPr>
                <p:cNvPr id="145" name="正方形/長方形 144">
                  <a:extLst>
                    <a:ext uri="{FF2B5EF4-FFF2-40B4-BE49-F238E27FC236}">
                      <a16:creationId xmlns:a16="http://schemas.microsoft.com/office/drawing/2014/main" id="{1EAE1E9D-4608-F208-B806-081AF05F2419}"/>
                    </a:ext>
                  </a:extLst>
                </p:cNvPr>
                <p:cNvSpPr/>
                <p:nvPr userDrawn="1"/>
              </p:nvSpPr>
              <p:spPr>
                <a:xfrm>
                  <a:off x="-1330808" y="2807293"/>
                  <a:ext cx="763449" cy="71680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lang="ja-JP" altLang="en-US" b="0" i="0" u="none" strike="noStrike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</a:endParaRPr>
                </a:p>
              </p:txBody>
            </p:sp>
          </p:grpSp>
          <p:sp>
            <p:nvSpPr>
              <p:cNvPr id="141" name="正方形/長方形 140">
                <a:extLst>
                  <a:ext uri="{FF2B5EF4-FFF2-40B4-BE49-F238E27FC236}">
                    <a16:creationId xmlns:a16="http://schemas.microsoft.com/office/drawing/2014/main" id="{45281B4E-3FC9-2CAE-9D3A-531038B9295A}"/>
                  </a:ext>
                </a:extLst>
              </p:cNvPr>
              <p:cNvSpPr/>
              <p:nvPr userDrawn="1"/>
            </p:nvSpPr>
            <p:spPr>
              <a:xfrm>
                <a:off x="-2516059" y="-34199"/>
                <a:ext cx="302661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105" name="グループ化 104">
              <a:extLst>
                <a:ext uri="{FF2B5EF4-FFF2-40B4-BE49-F238E27FC236}">
                  <a16:creationId xmlns:a16="http://schemas.microsoft.com/office/drawing/2014/main" id="{2E766990-C27E-EA55-1781-F033EDF09B32}"/>
                </a:ext>
              </a:extLst>
            </p:cNvPr>
            <p:cNvGrpSpPr/>
            <p:nvPr userDrawn="1"/>
          </p:nvGrpSpPr>
          <p:grpSpPr>
            <a:xfrm>
              <a:off x="-2646410" y="2018118"/>
              <a:ext cx="377678" cy="1868445"/>
              <a:chOff x="-3408411" y="2381088"/>
              <a:chExt cx="452006" cy="2236157"/>
            </a:xfrm>
          </p:grpSpPr>
          <p:grpSp>
            <p:nvGrpSpPr>
              <p:cNvPr id="134" name="グループ化 133">
                <a:extLst>
                  <a:ext uri="{FF2B5EF4-FFF2-40B4-BE49-F238E27FC236}">
                    <a16:creationId xmlns:a16="http://schemas.microsoft.com/office/drawing/2014/main" id="{F2683BAA-BB59-78DB-06E7-869C1221F5D6}"/>
                  </a:ext>
                </a:extLst>
              </p:cNvPr>
              <p:cNvGrpSpPr/>
              <p:nvPr userDrawn="1"/>
            </p:nvGrpSpPr>
            <p:grpSpPr>
              <a:xfrm>
                <a:off x="-3408411" y="2542419"/>
                <a:ext cx="452006" cy="2074826"/>
                <a:chOff x="-1330809" y="3775503"/>
                <a:chExt cx="763449" cy="3504430"/>
              </a:xfrm>
            </p:grpSpPr>
            <p:sp>
              <p:nvSpPr>
                <p:cNvPr id="136" name="正方形/長方形 135">
                  <a:extLst>
                    <a:ext uri="{FF2B5EF4-FFF2-40B4-BE49-F238E27FC236}">
                      <a16:creationId xmlns:a16="http://schemas.microsoft.com/office/drawing/2014/main" id="{7D1A4794-6B14-F565-B081-495B32B5C4FF}"/>
                    </a:ext>
                  </a:extLst>
                </p:cNvPr>
                <p:cNvSpPr/>
                <p:nvPr userDrawn="1"/>
              </p:nvSpPr>
              <p:spPr>
                <a:xfrm>
                  <a:off x="-1330809" y="3775503"/>
                  <a:ext cx="763449" cy="716808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7" name="正方形/長方形 136">
                  <a:extLst>
                    <a:ext uri="{FF2B5EF4-FFF2-40B4-BE49-F238E27FC236}">
                      <a16:creationId xmlns:a16="http://schemas.microsoft.com/office/drawing/2014/main" id="{3DFEE7B0-E14B-4F30-E950-763555BBEE1F}"/>
                    </a:ext>
                  </a:extLst>
                </p:cNvPr>
                <p:cNvSpPr/>
                <p:nvPr userDrawn="1"/>
              </p:nvSpPr>
              <p:spPr>
                <a:xfrm>
                  <a:off x="-1330809" y="4704710"/>
                  <a:ext cx="763449" cy="716808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8" name="正方形/長方形 137">
                  <a:extLst>
                    <a:ext uri="{FF2B5EF4-FFF2-40B4-BE49-F238E27FC236}">
                      <a16:creationId xmlns:a16="http://schemas.microsoft.com/office/drawing/2014/main" id="{2FC9360E-B924-EA87-A03C-E03C9061289F}"/>
                    </a:ext>
                  </a:extLst>
                </p:cNvPr>
                <p:cNvSpPr/>
                <p:nvPr userDrawn="1"/>
              </p:nvSpPr>
              <p:spPr>
                <a:xfrm>
                  <a:off x="-1330809" y="5633918"/>
                  <a:ext cx="763449" cy="716808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9" name="正方形/長方形 138">
                  <a:extLst>
                    <a:ext uri="{FF2B5EF4-FFF2-40B4-BE49-F238E27FC236}">
                      <a16:creationId xmlns:a16="http://schemas.microsoft.com/office/drawing/2014/main" id="{8BD22451-53EC-469E-E205-88E7CA78C936}"/>
                    </a:ext>
                  </a:extLst>
                </p:cNvPr>
                <p:cNvSpPr/>
                <p:nvPr userDrawn="1"/>
              </p:nvSpPr>
              <p:spPr>
                <a:xfrm>
                  <a:off x="-1330809" y="6563125"/>
                  <a:ext cx="763449" cy="71680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</p:grpSp>
          <p:sp>
            <p:nvSpPr>
              <p:cNvPr id="135" name="正方形/長方形 134">
                <a:extLst>
                  <a:ext uri="{FF2B5EF4-FFF2-40B4-BE49-F238E27FC236}">
                    <a16:creationId xmlns:a16="http://schemas.microsoft.com/office/drawing/2014/main" id="{D582AC40-7A97-BBE5-3EE2-BA527C697A33}"/>
                  </a:ext>
                </a:extLst>
              </p:cNvPr>
              <p:cNvSpPr/>
              <p:nvPr userDrawn="1"/>
            </p:nvSpPr>
            <p:spPr>
              <a:xfrm>
                <a:off x="-3333738" y="2381088"/>
                <a:ext cx="302661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5</a:t>
                </a:r>
                <a:endPara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游ゴシック Medium"/>
                  <a:ea typeface="游ゴシック Medium"/>
                  <a:cs typeface="+mn-cs"/>
                </a:endParaRPr>
              </a:p>
            </p:txBody>
          </p:sp>
        </p:grp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3066F049-37DA-95B9-6155-1BBB19F2BF45}"/>
                </a:ext>
              </a:extLst>
            </p:cNvPr>
            <p:cNvGrpSpPr/>
            <p:nvPr userDrawn="1"/>
          </p:nvGrpSpPr>
          <p:grpSpPr>
            <a:xfrm>
              <a:off x="-2061270" y="2018118"/>
              <a:ext cx="573838" cy="1868445"/>
              <a:chOff x="-2708115" y="2381088"/>
              <a:chExt cx="686770" cy="2236157"/>
            </a:xfrm>
          </p:grpSpPr>
          <p:grpSp>
            <p:nvGrpSpPr>
              <p:cNvPr id="128" name="グループ化 127">
                <a:extLst>
                  <a:ext uri="{FF2B5EF4-FFF2-40B4-BE49-F238E27FC236}">
                    <a16:creationId xmlns:a16="http://schemas.microsoft.com/office/drawing/2014/main" id="{AD7F60A5-E7D5-8761-B432-943E2E8E9F01}"/>
                  </a:ext>
                </a:extLst>
              </p:cNvPr>
              <p:cNvGrpSpPr/>
              <p:nvPr userDrawn="1"/>
            </p:nvGrpSpPr>
            <p:grpSpPr>
              <a:xfrm>
                <a:off x="-2590735" y="2542419"/>
                <a:ext cx="452006" cy="2074826"/>
                <a:chOff x="-2709812" y="3727359"/>
                <a:chExt cx="763449" cy="3504430"/>
              </a:xfrm>
            </p:grpSpPr>
            <p:sp>
              <p:nvSpPr>
                <p:cNvPr id="130" name="正方形/長方形 129">
                  <a:extLst>
                    <a:ext uri="{FF2B5EF4-FFF2-40B4-BE49-F238E27FC236}">
                      <a16:creationId xmlns:a16="http://schemas.microsoft.com/office/drawing/2014/main" id="{E2AF2B24-2F6F-FB67-BB2F-4247C0F08AB5}"/>
                    </a:ext>
                  </a:extLst>
                </p:cNvPr>
                <p:cNvSpPr/>
                <p:nvPr userDrawn="1"/>
              </p:nvSpPr>
              <p:spPr>
                <a:xfrm>
                  <a:off x="-2709812" y="3727359"/>
                  <a:ext cx="763449" cy="716808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1" name="正方形/長方形 130">
                  <a:extLst>
                    <a:ext uri="{FF2B5EF4-FFF2-40B4-BE49-F238E27FC236}">
                      <a16:creationId xmlns:a16="http://schemas.microsoft.com/office/drawing/2014/main" id="{6427A5AE-FA19-A10B-C2DE-2DEECBF4A238}"/>
                    </a:ext>
                  </a:extLst>
                </p:cNvPr>
                <p:cNvSpPr/>
                <p:nvPr userDrawn="1"/>
              </p:nvSpPr>
              <p:spPr>
                <a:xfrm>
                  <a:off x="-2709812" y="4656566"/>
                  <a:ext cx="763449" cy="716808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2" name="正方形/長方形 131">
                  <a:extLst>
                    <a:ext uri="{FF2B5EF4-FFF2-40B4-BE49-F238E27FC236}">
                      <a16:creationId xmlns:a16="http://schemas.microsoft.com/office/drawing/2014/main" id="{1CAF8E8D-D934-9FDF-C688-38672487728E}"/>
                    </a:ext>
                  </a:extLst>
                </p:cNvPr>
                <p:cNvSpPr/>
                <p:nvPr userDrawn="1"/>
              </p:nvSpPr>
              <p:spPr>
                <a:xfrm>
                  <a:off x="-2709812" y="5585774"/>
                  <a:ext cx="763449" cy="716808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33" name="正方形/長方形 132">
                  <a:extLst>
                    <a:ext uri="{FF2B5EF4-FFF2-40B4-BE49-F238E27FC236}">
                      <a16:creationId xmlns:a16="http://schemas.microsoft.com/office/drawing/2014/main" id="{D159FC81-2728-81BE-B71E-F6D3D3238539}"/>
                    </a:ext>
                  </a:extLst>
                </p:cNvPr>
                <p:cNvSpPr/>
                <p:nvPr userDrawn="1"/>
              </p:nvSpPr>
              <p:spPr>
                <a:xfrm>
                  <a:off x="-2709812" y="6514981"/>
                  <a:ext cx="763449" cy="716808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</p:grpSp>
          <p:sp>
            <p:nvSpPr>
              <p:cNvPr id="129" name="正方形/長方形 128">
                <a:extLst>
                  <a:ext uri="{FF2B5EF4-FFF2-40B4-BE49-F238E27FC236}">
                    <a16:creationId xmlns:a16="http://schemas.microsoft.com/office/drawing/2014/main" id="{DCF544CF-1A01-E6C7-05D6-57979C5646DF}"/>
                  </a:ext>
                </a:extLst>
              </p:cNvPr>
              <p:cNvSpPr/>
              <p:nvPr userDrawn="1"/>
            </p:nvSpPr>
            <p:spPr>
              <a:xfrm>
                <a:off x="-2708115" y="2381088"/>
                <a:ext cx="686770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6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　</a:t>
                </a:r>
              </a:p>
            </p:txBody>
          </p:sp>
        </p:grpSp>
        <p:grpSp>
          <p:nvGrpSpPr>
            <p:cNvPr id="107" name="グループ化 106">
              <a:extLst>
                <a:ext uri="{FF2B5EF4-FFF2-40B4-BE49-F238E27FC236}">
                  <a16:creationId xmlns:a16="http://schemas.microsoft.com/office/drawing/2014/main" id="{0A5CED1E-AFBF-9F55-9F4C-69096769B199}"/>
                </a:ext>
              </a:extLst>
            </p:cNvPr>
            <p:cNvGrpSpPr/>
            <p:nvPr userDrawn="1"/>
          </p:nvGrpSpPr>
          <p:grpSpPr>
            <a:xfrm>
              <a:off x="-1279971" y="4228"/>
              <a:ext cx="377678" cy="1861107"/>
              <a:chOff x="-1773055" y="-29139"/>
              <a:chExt cx="452006" cy="2227375"/>
            </a:xfrm>
          </p:grpSpPr>
          <p:grpSp>
            <p:nvGrpSpPr>
              <p:cNvPr id="122" name="グループ化 121">
                <a:extLst>
                  <a:ext uri="{FF2B5EF4-FFF2-40B4-BE49-F238E27FC236}">
                    <a16:creationId xmlns:a16="http://schemas.microsoft.com/office/drawing/2014/main" id="{023E381B-5D05-3C14-DF2B-5BC258628EA8}"/>
                  </a:ext>
                </a:extLst>
              </p:cNvPr>
              <p:cNvGrpSpPr/>
              <p:nvPr userDrawn="1"/>
            </p:nvGrpSpPr>
            <p:grpSpPr>
              <a:xfrm>
                <a:off x="-1773055" y="123410"/>
                <a:ext cx="452006" cy="2074826"/>
                <a:chOff x="-2709812" y="0"/>
                <a:chExt cx="763449" cy="3504430"/>
              </a:xfrm>
            </p:grpSpPr>
            <p:sp>
              <p:nvSpPr>
                <p:cNvPr id="124" name="正方形/長方形 123">
                  <a:extLst>
                    <a:ext uri="{FF2B5EF4-FFF2-40B4-BE49-F238E27FC236}">
                      <a16:creationId xmlns:a16="http://schemas.microsoft.com/office/drawing/2014/main" id="{B7F1742F-83FF-F6CF-5E40-7F0AF56FCB09}"/>
                    </a:ext>
                  </a:extLst>
                </p:cNvPr>
                <p:cNvSpPr/>
                <p:nvPr userDrawn="1"/>
              </p:nvSpPr>
              <p:spPr>
                <a:xfrm>
                  <a:off x="-2709812" y="0"/>
                  <a:ext cx="763449" cy="716809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25" name="正方形/長方形 124">
                  <a:extLst>
                    <a:ext uri="{FF2B5EF4-FFF2-40B4-BE49-F238E27FC236}">
                      <a16:creationId xmlns:a16="http://schemas.microsoft.com/office/drawing/2014/main" id="{A3272A49-1BCD-717D-0268-966D21623E22}"/>
                    </a:ext>
                  </a:extLst>
                </p:cNvPr>
                <p:cNvSpPr/>
                <p:nvPr userDrawn="1"/>
              </p:nvSpPr>
              <p:spPr>
                <a:xfrm>
                  <a:off x="-2709812" y="929207"/>
                  <a:ext cx="763449" cy="71680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26" name="正方形/長方形 125">
                  <a:extLst>
                    <a:ext uri="{FF2B5EF4-FFF2-40B4-BE49-F238E27FC236}">
                      <a16:creationId xmlns:a16="http://schemas.microsoft.com/office/drawing/2014/main" id="{DED85DD5-E50D-766F-8623-6B50C9CFA87A}"/>
                    </a:ext>
                  </a:extLst>
                </p:cNvPr>
                <p:cNvSpPr/>
                <p:nvPr userDrawn="1"/>
              </p:nvSpPr>
              <p:spPr>
                <a:xfrm>
                  <a:off x="-2709812" y="1858417"/>
                  <a:ext cx="763449" cy="71680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27" name="正方形/長方形 126">
                  <a:extLst>
                    <a:ext uri="{FF2B5EF4-FFF2-40B4-BE49-F238E27FC236}">
                      <a16:creationId xmlns:a16="http://schemas.microsoft.com/office/drawing/2014/main" id="{1FE065B6-0F30-3D92-DD0E-7A91C29FF69E}"/>
                    </a:ext>
                  </a:extLst>
                </p:cNvPr>
                <p:cNvSpPr/>
                <p:nvPr userDrawn="1"/>
              </p:nvSpPr>
              <p:spPr>
                <a:xfrm>
                  <a:off x="-2709812" y="2787621"/>
                  <a:ext cx="763449" cy="71680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</p:grpSp>
          <p:sp>
            <p:nvSpPr>
              <p:cNvPr id="123" name="正方形/長方形 122">
                <a:extLst>
                  <a:ext uri="{FF2B5EF4-FFF2-40B4-BE49-F238E27FC236}">
                    <a16:creationId xmlns:a16="http://schemas.microsoft.com/office/drawing/2014/main" id="{4B82D84B-34A8-26AB-7924-585AF7B5A387}"/>
                  </a:ext>
                </a:extLst>
              </p:cNvPr>
              <p:cNvSpPr/>
              <p:nvPr userDrawn="1"/>
            </p:nvSpPr>
            <p:spPr>
              <a:xfrm>
                <a:off x="-1698382" y="-29139"/>
                <a:ext cx="302661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3</a:t>
                </a:r>
                <a:endPara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游ゴシック Medium"/>
                  <a:ea typeface="游ゴシック Medium"/>
                  <a:cs typeface="+mn-cs"/>
                </a:endParaRPr>
              </a:p>
            </p:txBody>
          </p:sp>
        </p:grpSp>
        <p:grpSp>
          <p:nvGrpSpPr>
            <p:cNvPr id="108" name="グループ化 107">
              <a:extLst>
                <a:ext uri="{FF2B5EF4-FFF2-40B4-BE49-F238E27FC236}">
                  <a16:creationId xmlns:a16="http://schemas.microsoft.com/office/drawing/2014/main" id="{6B0EDBF4-D181-DB2B-3469-AB949D9B5BFD}"/>
                </a:ext>
              </a:extLst>
            </p:cNvPr>
            <p:cNvGrpSpPr/>
            <p:nvPr userDrawn="1"/>
          </p:nvGrpSpPr>
          <p:grpSpPr>
            <a:xfrm>
              <a:off x="-596752" y="0"/>
              <a:ext cx="377678" cy="1865335"/>
              <a:chOff x="-955378" y="-34199"/>
              <a:chExt cx="452006" cy="2232435"/>
            </a:xfrm>
          </p:grpSpPr>
          <p:grpSp>
            <p:nvGrpSpPr>
              <p:cNvPr id="116" name="グループ化 115">
                <a:extLst>
                  <a:ext uri="{FF2B5EF4-FFF2-40B4-BE49-F238E27FC236}">
                    <a16:creationId xmlns:a16="http://schemas.microsoft.com/office/drawing/2014/main" id="{40AAA9F9-DCF7-86B4-A99E-D7A5C0D8FED8}"/>
                  </a:ext>
                </a:extLst>
              </p:cNvPr>
              <p:cNvGrpSpPr/>
              <p:nvPr userDrawn="1"/>
            </p:nvGrpSpPr>
            <p:grpSpPr>
              <a:xfrm>
                <a:off x="-955378" y="123410"/>
                <a:ext cx="452006" cy="2074826"/>
                <a:chOff x="-1330808" y="19671"/>
                <a:chExt cx="763449" cy="3504430"/>
              </a:xfrm>
            </p:grpSpPr>
            <p:sp>
              <p:nvSpPr>
                <p:cNvPr id="118" name="正方形/長方形 117">
                  <a:extLst>
                    <a:ext uri="{FF2B5EF4-FFF2-40B4-BE49-F238E27FC236}">
                      <a16:creationId xmlns:a16="http://schemas.microsoft.com/office/drawing/2014/main" id="{95EE3A91-4193-4D56-20B6-8B0DC98830E6}"/>
                    </a:ext>
                  </a:extLst>
                </p:cNvPr>
                <p:cNvSpPr/>
                <p:nvPr userDrawn="1"/>
              </p:nvSpPr>
              <p:spPr>
                <a:xfrm>
                  <a:off x="-1330808" y="19671"/>
                  <a:ext cx="763449" cy="716808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19" name="正方形/長方形 118">
                  <a:extLst>
                    <a:ext uri="{FF2B5EF4-FFF2-40B4-BE49-F238E27FC236}">
                      <a16:creationId xmlns:a16="http://schemas.microsoft.com/office/drawing/2014/main" id="{04C6B256-A8A6-EFEE-A8B7-727ED1490A1D}"/>
                    </a:ext>
                  </a:extLst>
                </p:cNvPr>
                <p:cNvSpPr/>
                <p:nvPr userDrawn="1"/>
              </p:nvSpPr>
              <p:spPr>
                <a:xfrm>
                  <a:off x="-1330808" y="948878"/>
                  <a:ext cx="763449" cy="716808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20" name="正方形/長方形 119">
                  <a:extLst>
                    <a:ext uri="{FF2B5EF4-FFF2-40B4-BE49-F238E27FC236}">
                      <a16:creationId xmlns:a16="http://schemas.microsoft.com/office/drawing/2014/main" id="{5656D044-813D-8F3F-39AF-CCB0602F4EB6}"/>
                    </a:ext>
                  </a:extLst>
                </p:cNvPr>
                <p:cNvSpPr/>
                <p:nvPr userDrawn="1"/>
              </p:nvSpPr>
              <p:spPr>
                <a:xfrm>
                  <a:off x="-1330808" y="1878086"/>
                  <a:ext cx="763449" cy="716808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21" name="正方形/長方形 120">
                  <a:extLst>
                    <a:ext uri="{FF2B5EF4-FFF2-40B4-BE49-F238E27FC236}">
                      <a16:creationId xmlns:a16="http://schemas.microsoft.com/office/drawing/2014/main" id="{06A491B0-B518-8721-DBB2-F26C8B566B9B}"/>
                    </a:ext>
                  </a:extLst>
                </p:cNvPr>
                <p:cNvSpPr/>
                <p:nvPr userDrawn="1"/>
              </p:nvSpPr>
              <p:spPr>
                <a:xfrm>
                  <a:off x="-1330808" y="2807293"/>
                  <a:ext cx="763449" cy="716808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</p:grpSp>
          <p:sp>
            <p:nvSpPr>
              <p:cNvPr id="117" name="正方形/長方形 116">
                <a:extLst>
                  <a:ext uri="{FF2B5EF4-FFF2-40B4-BE49-F238E27FC236}">
                    <a16:creationId xmlns:a16="http://schemas.microsoft.com/office/drawing/2014/main" id="{E073D5D5-DDBE-EE82-CE72-8A5B42EA1680}"/>
                  </a:ext>
                </a:extLst>
              </p:cNvPr>
              <p:cNvSpPr/>
              <p:nvPr userDrawn="1"/>
            </p:nvSpPr>
            <p:spPr>
              <a:xfrm>
                <a:off x="-880704" y="-34199"/>
                <a:ext cx="302661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109" name="グループ化 108">
              <a:extLst>
                <a:ext uri="{FF2B5EF4-FFF2-40B4-BE49-F238E27FC236}">
                  <a16:creationId xmlns:a16="http://schemas.microsoft.com/office/drawing/2014/main" id="{AD002CB7-4376-DB68-5EB0-AA01AA4F437E}"/>
                </a:ext>
              </a:extLst>
            </p:cNvPr>
            <p:cNvGrpSpPr/>
            <p:nvPr userDrawn="1"/>
          </p:nvGrpSpPr>
          <p:grpSpPr>
            <a:xfrm>
              <a:off x="-1471064" y="2018118"/>
              <a:ext cx="759864" cy="1868445"/>
              <a:chOff x="-2001755" y="2381088"/>
              <a:chExt cx="909406" cy="2236157"/>
            </a:xfrm>
          </p:grpSpPr>
          <p:grpSp>
            <p:nvGrpSpPr>
              <p:cNvPr id="110" name="グループ化 109">
                <a:extLst>
                  <a:ext uri="{FF2B5EF4-FFF2-40B4-BE49-F238E27FC236}">
                    <a16:creationId xmlns:a16="http://schemas.microsoft.com/office/drawing/2014/main" id="{7D4E3791-B8FC-B255-0AFF-79FEED2E0CD5}"/>
                  </a:ext>
                </a:extLst>
              </p:cNvPr>
              <p:cNvGrpSpPr/>
              <p:nvPr userDrawn="1"/>
            </p:nvGrpSpPr>
            <p:grpSpPr>
              <a:xfrm>
                <a:off x="-1773055" y="2542419"/>
                <a:ext cx="452006" cy="2074826"/>
                <a:chOff x="-1330809" y="3775503"/>
                <a:chExt cx="763449" cy="3504430"/>
              </a:xfrm>
            </p:grpSpPr>
            <p:sp>
              <p:nvSpPr>
                <p:cNvPr id="112" name="正方形/長方形 111">
                  <a:extLst>
                    <a:ext uri="{FF2B5EF4-FFF2-40B4-BE49-F238E27FC236}">
                      <a16:creationId xmlns:a16="http://schemas.microsoft.com/office/drawing/2014/main" id="{2889D937-03E5-EF51-3CB8-FAC88D3A84A8}"/>
                    </a:ext>
                  </a:extLst>
                </p:cNvPr>
                <p:cNvSpPr/>
                <p:nvPr userDrawn="1"/>
              </p:nvSpPr>
              <p:spPr>
                <a:xfrm>
                  <a:off x="-1330809" y="3775503"/>
                  <a:ext cx="763449" cy="716808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13" name="正方形/長方形 112">
                  <a:extLst>
                    <a:ext uri="{FF2B5EF4-FFF2-40B4-BE49-F238E27FC236}">
                      <a16:creationId xmlns:a16="http://schemas.microsoft.com/office/drawing/2014/main" id="{95F57B1B-29D1-91D8-2222-2194A05CE9FA}"/>
                    </a:ext>
                  </a:extLst>
                </p:cNvPr>
                <p:cNvSpPr/>
                <p:nvPr userDrawn="1"/>
              </p:nvSpPr>
              <p:spPr>
                <a:xfrm>
                  <a:off x="-1330809" y="4704710"/>
                  <a:ext cx="763449" cy="716808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14" name="正方形/長方形 113">
                  <a:extLst>
                    <a:ext uri="{FF2B5EF4-FFF2-40B4-BE49-F238E27FC236}">
                      <a16:creationId xmlns:a16="http://schemas.microsoft.com/office/drawing/2014/main" id="{FDB56576-C641-A72F-3B69-C6966BEB231D}"/>
                    </a:ext>
                  </a:extLst>
                </p:cNvPr>
                <p:cNvSpPr/>
                <p:nvPr userDrawn="1"/>
              </p:nvSpPr>
              <p:spPr>
                <a:xfrm>
                  <a:off x="-1330809" y="5633918"/>
                  <a:ext cx="763449" cy="71680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  <p:sp>
              <p:nvSpPr>
                <p:cNvPr id="115" name="正方形/長方形 114">
                  <a:extLst>
                    <a:ext uri="{FF2B5EF4-FFF2-40B4-BE49-F238E27FC236}">
                      <a16:creationId xmlns:a16="http://schemas.microsoft.com/office/drawing/2014/main" id="{7A2D6452-CCFB-C707-E69D-E6E0C8DB562E}"/>
                    </a:ext>
                  </a:extLst>
                </p:cNvPr>
                <p:cNvSpPr/>
                <p:nvPr userDrawn="1"/>
              </p:nvSpPr>
              <p:spPr>
                <a:xfrm>
                  <a:off x="-1330809" y="6563125"/>
                  <a:ext cx="763449" cy="716808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ja-JP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5CCA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endParaRPr>
                </a:p>
              </p:txBody>
            </p:sp>
          </p:grpSp>
          <p:sp>
            <p:nvSpPr>
              <p:cNvPr id="111" name="正方形/長方形 110">
                <a:extLst>
                  <a:ext uri="{FF2B5EF4-FFF2-40B4-BE49-F238E27FC236}">
                    <a16:creationId xmlns:a16="http://schemas.microsoft.com/office/drawing/2014/main" id="{57FEB6A0-EAC7-6854-E2E3-B57600242B05}"/>
                  </a:ext>
                </a:extLst>
              </p:cNvPr>
              <p:cNvSpPr/>
              <p:nvPr userDrawn="1"/>
            </p:nvSpPr>
            <p:spPr>
              <a:xfrm>
                <a:off x="-2001755" y="2381088"/>
                <a:ext cx="909406" cy="106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游ゴシック Medium"/>
                    <a:ea typeface="游ゴシック Medium"/>
                    <a:cs typeface="+mn-cs"/>
                  </a:rPr>
                  <a:t>アクセント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721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>
          <p15:clr>
            <a:srgbClr val="F26B43"/>
          </p15:clr>
        </p15:guide>
        <p15:guide id="2" pos="512">
          <p15:clr>
            <a:srgbClr val="F26B43"/>
          </p15:clr>
        </p15:guide>
        <p15:guide id="3" pos="7168">
          <p15:clr>
            <a:srgbClr val="F26B43"/>
          </p15:clr>
        </p15:guide>
        <p15:guide id="4" orient="horz" pos="1094">
          <p15:clr>
            <a:srgbClr val="F26B43"/>
          </p15:clr>
        </p15:guide>
        <p15:guide id="5" orient="horz" pos="391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Copilot と Claude、それぞれどんなもの？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024128"/>
            <a:ext cx="10561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どちらも「お願いすると手伝ってくれる AI」です。向いていることが少し違います。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737360"/>
            <a:ext cx="51937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" y="2011679"/>
            <a:ext cx="4553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Microsoft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542032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177"/>
                </a:solidFill>
                <a:latin typeface="游ゴシック Medium"/>
                <a:ea typeface="游ゴシック Medium"/>
                <a:cs typeface="游ゴシック Medium"/>
              </a:rPr>
              <a:t>いつもの Office の中にいる“お手伝い”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3017520"/>
            <a:ext cx="455371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・</a:t>
            </a:r>
            <a:r>
              <a:rPr sz="15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Word・Excel・PowerPoint・Teams などの中で使える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・</a:t>
            </a:r>
            <a:r>
              <a:rPr sz="15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社内のメールや資料を見て、要約・下書き・かんたんな分析を手伝う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・</a:t>
            </a:r>
            <a:r>
              <a:rPr sz="15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今やっている作業を、その場でラクにするのが得意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5056631"/>
            <a:ext cx="4553712" cy="566928"/>
          </a:xfrm>
          <a:prstGeom prst="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1016" y="5148071"/>
            <a:ext cx="42793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3D86"/>
                </a:solidFill>
                <a:latin typeface="游ゴシック Medium"/>
                <a:ea typeface="游ゴシック Medium"/>
                <a:cs typeface="游ゴシック Medium"/>
              </a:rPr>
              <a:t>ひとことで言うと … Office にくわしい「秘書」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737360"/>
            <a:ext cx="51937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3" y="2011679"/>
            <a:ext cx="4553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3" y="2542032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177"/>
                </a:solidFill>
                <a:latin typeface="游ゴシック Medium"/>
                <a:ea typeface="游ゴシック Medium"/>
                <a:cs typeface="游ゴシック Medium"/>
              </a:rPr>
              <a:t>作業を“まるごと”任せられる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3" y="3017520"/>
            <a:ext cx="455371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・</a:t>
            </a:r>
            <a:r>
              <a:rPr sz="15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手元のフォルダのファイルを渡して、作業をまるごと任せられる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・</a:t>
            </a:r>
            <a:r>
              <a:rPr sz="15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調べて・作って・まとめてくれる（資料づくりやデータ整理も）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・</a:t>
            </a:r>
            <a:r>
              <a:rPr sz="1500" b="0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手間のかかる作業を、代わりに一気にやるのが得意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1383" y="5056631"/>
            <a:ext cx="4553712" cy="566928"/>
          </a:xfrm>
          <a:prstGeom prst="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5148071"/>
            <a:ext cx="42793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3D86"/>
                </a:solidFill>
                <a:latin typeface="游ゴシック Medium"/>
                <a:ea typeface="游ゴシック Medium"/>
                <a:cs typeface="游ゴシック Medium"/>
              </a:rPr>
              <a:t>ひとことで言うと … 頼めば一式やる「なんでも屋」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游ゴシック Medium"/>
                <a:ea typeface="游ゴシック Medium"/>
                <a:cs typeface="游ゴシック Medium"/>
              </a:rPr>
              <a:t>どう使い分ける？（やりたいことで選ぶ）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024128"/>
            <a:ext cx="10561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B9C6DA"/>
                </a:solidFill>
                <a:latin typeface="游ゴシック Medium"/>
                <a:ea typeface="游ゴシック Medium"/>
                <a:cs typeface="游ゴシック Medium"/>
              </a:rPr>
              <a:t>むずかしい設定の知識は要りません。やりたいことで選べばOKです。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828800"/>
            <a:ext cx="10561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9576" y="2084832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いつもの Office 仕事をサッと片付けたいとき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" y="267004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177"/>
                </a:solidFill>
                <a:latin typeface="游ゴシック Medium"/>
                <a:ea typeface="游ゴシック Medium"/>
                <a:cs typeface="游ゴシック Medium"/>
              </a:rPr>
              <a:t>メール・資料・会議のまとめ、下書き、かんたんな分析など（社内のデータを使って）。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37576" y="2103120"/>
            <a:ext cx="45720" cy="1051560"/>
          </a:xfrm>
          <a:prstGeom prst="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11896" y="1828800"/>
            <a:ext cx="278892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→ Microsoft Copilot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3703320"/>
            <a:ext cx="10561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3959352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62B30"/>
                </a:solidFill>
                <a:latin typeface="游ゴシック Medium"/>
                <a:ea typeface="游ゴシック Medium"/>
                <a:cs typeface="游ゴシック Medium"/>
              </a:rPr>
              <a:t>手間のかかる作業を、まるごと任せたいとき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454456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177"/>
                </a:solidFill>
                <a:latin typeface="游ゴシック Medium"/>
                <a:ea typeface="游ゴシック Medium"/>
                <a:cs typeface="游ゴシック Medium"/>
              </a:rPr>
              <a:t>調べもの、資料づくり、データ整理、かんたんなツール作成など。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7576" y="3977639"/>
            <a:ext cx="45720" cy="1051560"/>
          </a:xfrm>
          <a:prstGeom prst="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3703320"/>
            <a:ext cx="278892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5CCA"/>
                </a:solidFill>
                <a:latin typeface="游ゴシック Medium"/>
                <a:ea typeface="游ゴシック Medium"/>
                <a:cs typeface="游ゴシック Medium"/>
              </a:rPr>
              <a:t>→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5623559"/>
            <a:ext cx="10561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FB9EC"/>
                </a:solidFill>
                <a:latin typeface="游ゴシック Medium"/>
                <a:ea typeface="游ゴシック Medium"/>
                <a:cs typeface="游ゴシック Medium"/>
              </a:rPr>
              <a:t>ひとことで言うと：</a:t>
            </a:r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  <a:cs typeface="游ゴシック Medium"/>
              </a:rPr>
              <a:t>いつもの仕事は Copilot、面倒な作業は Claude に丸投げ。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5_BusinessPromise_ver.1">
  <a:themeElements>
    <a:clrScheme name="ユーザー定義 23">
      <a:dk1>
        <a:srgbClr val="003D86"/>
      </a:dk1>
      <a:lt1>
        <a:srgbClr val="FFFFFF"/>
      </a:lt1>
      <a:dk2>
        <a:srgbClr val="003D86"/>
      </a:dk2>
      <a:lt2>
        <a:srgbClr val="FFFFFF"/>
      </a:lt2>
      <a:accent1>
        <a:srgbClr val="005CCA"/>
      </a:accent1>
      <a:accent2>
        <a:srgbClr val="43AF86"/>
      </a:accent2>
      <a:accent3>
        <a:srgbClr val="E39A49"/>
      </a:accent3>
      <a:accent4>
        <a:srgbClr val="A961BF"/>
      </a:accent4>
      <a:accent5>
        <a:srgbClr val="C2C2C2"/>
      </a:accent5>
      <a:accent6>
        <a:srgbClr val="EE5454"/>
      </a:accent6>
      <a:hlink>
        <a:srgbClr val="4C8DDA"/>
      </a:hlink>
      <a:folHlink>
        <a:srgbClr val="99BEEA"/>
      </a:folHlink>
    </a:clrScheme>
    <a:fontScheme name="ユーザー定義 1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 dirty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dirty="0" smtClean="0">
            <a:solidFill>
              <a:schemeClr val="bg1"/>
            </a:solidFill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d54735c-8563-480c-aa17-13e507c6fcf6" xsi:nil="true"/>
    <lcf76f155ced4ddcb4097134ff3c332f xmlns="768ecba8-f556-413e-93cf-a669b10e85e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AA98F3332D97A45A4456E8DA039AEBC" ma:contentTypeVersion="12" ma:contentTypeDescription="新しいドキュメントを作成します。" ma:contentTypeScope="" ma:versionID="a9dd5d2222e388c7d315e043965fb87e">
  <xsd:schema xmlns:xsd="http://www.w3.org/2001/XMLSchema" xmlns:xs="http://www.w3.org/2001/XMLSchema" xmlns:p="http://schemas.microsoft.com/office/2006/metadata/properties" xmlns:ns2="768ecba8-f556-413e-93cf-a669b10e85e2" xmlns:ns3="5d54735c-8563-480c-aa17-13e507c6fcf6" targetNamespace="http://schemas.microsoft.com/office/2006/metadata/properties" ma:root="true" ma:fieldsID="3be956df6bb9cabc9cd1a95b5e82f7fe" ns2:_="" ns3:_="">
    <xsd:import namespace="768ecba8-f556-413e-93cf-a669b10e85e2"/>
    <xsd:import namespace="5d54735c-8563-480c-aa17-13e507c6fc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8ecba8-f556-413e-93cf-a669b10e8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6bc6290a-8cd6-4a27-9e67-61465016f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54735c-8563-480c-aa17-13e507c6fc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a389499-0d15-4af5-a8f8-3328c899a89d}" ma:internalName="TaxCatchAll" ma:showField="CatchAllData" ma:web="5d54735c-8563-480c-aa17-13e507c6fc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8AE83B-8FBF-46E4-95C5-6FC34C1762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FB5523-FEB7-4908-9109-C2FCB7452423}">
  <ds:schemaRefs>
    <ds:schemaRef ds:uri="http://schemas.microsoft.com/office/2006/metadata/properties"/>
    <ds:schemaRef ds:uri="http://schemas.microsoft.com/office/infopath/2007/PartnerControls"/>
    <ds:schemaRef ds:uri="5d54735c-8563-480c-aa17-13e507c6fcf6"/>
    <ds:schemaRef ds:uri="768ecba8-f556-413e-93cf-a669b10e85e2"/>
  </ds:schemaRefs>
</ds:datastoreItem>
</file>

<file path=customXml/itemProps3.xml><?xml version="1.0" encoding="utf-8"?>
<ds:datastoreItem xmlns:ds="http://schemas.openxmlformats.org/officeDocument/2006/customXml" ds:itemID="{B1F9275D-B4EB-4C8E-9255-310B2138FDF9}"/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576</Words>
  <Application>Microsoft Office PowerPoint</Application>
  <PresentationFormat>Widescreen</PresentationFormat>
  <Paragraphs>468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2025_BusinessPromise_ver.1</vt:lpstr>
      <vt:lpstr>テキストサンプル</vt:lpstr>
      <vt:lpstr>目次</vt:lpstr>
      <vt:lpstr>目次</vt:lpstr>
      <vt:lpstr>テキストサンプル</vt:lpstr>
      <vt:lpstr>テキストサンプル</vt:lpstr>
      <vt:lpstr>テキストサンプル</vt:lpstr>
      <vt:lpstr>PowerPoint Presentation</vt:lpstr>
      <vt:lpstr>パーツ集</vt:lpstr>
      <vt:lpstr>矢印01</vt:lpstr>
      <vt:lpstr>矢印02</vt:lpstr>
      <vt:lpstr>表01</vt:lpstr>
      <vt:lpstr>表02</vt:lpstr>
      <vt:lpstr>表03</vt:lpstr>
      <vt:lpstr>表04</vt:lpstr>
      <vt:lpstr>ガントチャート</vt:lpstr>
      <vt:lpstr>時系列</vt:lpstr>
      <vt:lpstr>テキストボックス01</vt:lpstr>
      <vt:lpstr>テキストボックス02</vt:lpstr>
      <vt:lpstr>テキストボックス03</vt:lpstr>
      <vt:lpstr>組織図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Yuma Mitsui</dc:creator>
  <cp:lastModifiedBy>杉村　麻記子</cp:lastModifiedBy>
  <cp:revision>62</cp:revision>
  <dcterms:created xsi:type="dcterms:W3CDTF">2025-02-21T11:36:23Z</dcterms:created>
  <dcterms:modified xsi:type="dcterms:W3CDTF">2025-10-07T23:40:18Z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b27ca-7868-470c-8d5b-74df37759162_Enabled">
    <vt:lpwstr>true</vt:lpwstr>
  </property>
  <property fmtid="{D5CDD505-2E9C-101B-9397-08002B2CF9AE}" pid="3" name="MSIP_Label_babb27ca-7868-470c-8d5b-74df37759162_SetDate">
    <vt:lpwstr>2025-02-26T05:21:00Z</vt:lpwstr>
  </property>
  <property fmtid="{D5CDD505-2E9C-101B-9397-08002B2CF9AE}" pid="4" name="MSIP_Label_babb27ca-7868-470c-8d5b-74df37759162_Method">
    <vt:lpwstr>Privileged</vt:lpwstr>
  </property>
  <property fmtid="{D5CDD505-2E9C-101B-9397-08002B2CF9AE}" pid="5" name="MSIP_Label_babb27ca-7868-470c-8d5b-74df37759162_Name">
    <vt:lpwstr>babb27ca-7868-470c-8d5b-74df37759162</vt:lpwstr>
  </property>
  <property fmtid="{D5CDD505-2E9C-101B-9397-08002B2CF9AE}" pid="6" name="MSIP_Label_babb27ca-7868-470c-8d5b-74df37759162_SiteId">
    <vt:lpwstr>bdda4ca5-4ffd-4f47-9e0d-ce56ad194b37</vt:lpwstr>
  </property>
  <property fmtid="{D5CDD505-2E9C-101B-9397-08002B2CF9AE}" pid="7" name="MSIP_Label_babb27ca-7868-470c-8d5b-74df37759162_ActionId">
    <vt:lpwstr>409e75ba-ed6c-46ec-8ac8-331d2d64c1ff</vt:lpwstr>
  </property>
  <property fmtid="{D5CDD505-2E9C-101B-9397-08002B2CF9AE}" pid="8" name="MSIP_Label_babb27ca-7868-470c-8d5b-74df37759162_ContentBits">
    <vt:lpwstr>0</vt:lpwstr>
  </property>
  <property fmtid="{D5CDD505-2E9C-101B-9397-08002B2CF9AE}" pid="9" name="ContentTypeId">
    <vt:lpwstr>0x010100CAA98F3332D97A45A4456E8DA039AEBC</vt:lpwstr>
  </property>
  <property fmtid="{D5CDD505-2E9C-101B-9397-08002B2CF9AE}" pid="10" name="MediaServiceImageTags">
    <vt:lpwstr/>
  </property>
</Properties>
</file>