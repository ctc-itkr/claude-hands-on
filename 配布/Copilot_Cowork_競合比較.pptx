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5" r:id="rId4"/>
  </p:sldMasterIdLst>
  <p:notesMasterIdLst>
    <p:notesMasterId r:id="rId26"/>
  </p:notesMasterIdLst>
  <p:sldIdLst>
    <p:sldId id="256" r:id="rId32"/>
    <p:sldId id="257" r:id="rId33"/>
    <p:sldId id="258" r:id="rId34"/>
    <p:sldId id="259" r:id="rId35"/>
    <p:sldId id="260" r:id="rId36"/>
    <p:sldId id="261" r:id="rId3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0000"/>
    <a:srgbClr val="FFFF00"/>
    <a:srgbClr val="009244"/>
    <a:srgbClr val="01B1C9"/>
    <a:srgbClr val="003D86"/>
    <a:srgbClr val="CACACA"/>
    <a:srgbClr val="013C85"/>
    <a:srgbClr val="005CCA"/>
    <a:srgbClr val="99BEEA"/>
    <a:srgbClr val="4C8D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61" autoAdjust="0"/>
    <p:restoredTop sz="96115" autoAdjust="0"/>
  </p:normalViewPr>
  <p:slideViewPr>
    <p:cSldViewPr snapToGrid="0">
      <p:cViewPr varScale="1">
        <p:scale>
          <a:sx n="83" d="100"/>
          <a:sy n="83" d="100"/>
        </p:scale>
        <p:origin x="1426" y="288"/>
      </p:cViewPr>
      <p:guideLst/>
    </p:cSldViewPr>
  </p:slideViewPr>
  <p:outlineViewPr>
    <p:cViewPr>
      <p:scale>
        <a:sx n="33" d="100"/>
        <a:sy n="33" d="100"/>
      </p:scale>
      <p:origin x="0" y="-85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openxmlformats.org/officeDocument/2006/relationships/slide" Target="slides/slide1.xml"/><Relationship Id="rId33" Type="http://schemas.openxmlformats.org/officeDocument/2006/relationships/slide" Target="slides/slide2.xml"/><Relationship Id="rId34" Type="http://schemas.openxmlformats.org/officeDocument/2006/relationships/slide" Target="slides/slide3.xml"/><Relationship Id="rId35" Type="http://schemas.openxmlformats.org/officeDocument/2006/relationships/slide" Target="slides/slide4.xml"/><Relationship Id="rId36" Type="http://schemas.openxmlformats.org/officeDocument/2006/relationships/slide" Target="slides/slide5.xml"/><Relationship Id="rId37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杉村　麻記子" userId="7b6cb1e1-ca39-4bf7-a670-9ae758fae17a" providerId="ADAL" clId="{67970DCB-519A-4635-A8CB-5DD653ABF138}"/>
    <pc:docChg chg="custSel addSld delSld modSld">
      <pc:chgData name="杉村　麻記子" userId="7b6cb1e1-ca39-4bf7-a670-9ae758fae17a" providerId="ADAL" clId="{67970DCB-519A-4635-A8CB-5DD653ABF138}" dt="2025-10-03T07:47:21.627" v="386" actId="3626"/>
      <pc:docMkLst>
        <pc:docMk/>
      </pc:docMkLst>
      <pc:sldChg chg="addSp modSp mod">
        <pc:chgData name="杉村　麻記子" userId="7b6cb1e1-ca39-4bf7-a670-9ae758fae17a" providerId="ADAL" clId="{67970DCB-519A-4635-A8CB-5DD653ABF138}" dt="2025-10-03T07:09:21.687" v="384" actId="6549"/>
        <pc:sldMkLst>
          <pc:docMk/>
          <pc:sldMk cId="287944165" sldId="326"/>
        </pc:sldMkLst>
        <pc:spChg chg="mod">
          <ac:chgData name="杉村　麻記子" userId="7b6cb1e1-ca39-4bf7-a670-9ae758fae17a" providerId="ADAL" clId="{67970DCB-519A-4635-A8CB-5DD653ABF138}" dt="2025-10-03T06:58:37.833" v="17" actId="20577"/>
          <ac:spMkLst>
            <pc:docMk/>
            <pc:sldMk cId="287944165" sldId="326"/>
            <ac:spMk id="3" creationId="{8EE5B39A-10E4-F34B-557A-8C8D0E1E21D7}"/>
          </ac:spMkLst>
        </pc:spChg>
        <pc:spChg chg="add mod">
          <ac:chgData name="杉村　麻記子" userId="7b6cb1e1-ca39-4bf7-a670-9ae758fae17a" providerId="ADAL" clId="{67970DCB-519A-4635-A8CB-5DD653ABF138}" dt="2025-10-03T07:09:21.687" v="384" actId="6549"/>
          <ac:spMkLst>
            <pc:docMk/>
            <pc:sldMk cId="287944165" sldId="326"/>
            <ac:spMk id="4" creationId="{B7BF482B-07BF-EBBE-0143-55066F0FA7AB}"/>
          </ac:spMkLst>
        </pc:spChg>
      </pc:sldChg>
      <pc:sldChg chg="addSp delSp modSp new mod">
        <pc:chgData name="杉村　麻記子" userId="7b6cb1e1-ca39-4bf7-a670-9ae758fae17a" providerId="ADAL" clId="{67970DCB-519A-4635-A8CB-5DD653ABF138}" dt="2025-10-03T07:47:21.627" v="386" actId="3626"/>
        <pc:sldMkLst>
          <pc:docMk/>
          <pc:sldMk cId="2398358988" sldId="341"/>
        </pc:sldMkLst>
        <pc:spChg chg="mod">
          <ac:chgData name="杉村　麻記子" userId="7b6cb1e1-ca39-4bf7-a670-9ae758fae17a" providerId="ADAL" clId="{67970DCB-519A-4635-A8CB-5DD653ABF138}" dt="2025-10-03T07:06:23.348" v="160" actId="20577"/>
          <ac:spMkLst>
            <pc:docMk/>
            <pc:sldMk cId="2398358988" sldId="341"/>
            <ac:spMk id="3" creationId="{D1011B48-B052-E9D2-8267-411A5CD46A04}"/>
          </ac:spMkLst>
        </pc:spChg>
        <pc:spChg chg="add mod">
          <ac:chgData name="杉村　麻記子" userId="7b6cb1e1-ca39-4bf7-a670-9ae758fae17a" providerId="ADAL" clId="{67970DCB-519A-4635-A8CB-5DD653ABF138}" dt="2025-10-03T07:07:58.288" v="204" actId="113"/>
          <ac:spMkLst>
            <pc:docMk/>
            <pc:sldMk cId="2398358988" sldId="341"/>
            <ac:spMk id="17" creationId="{0DBB36B9-921A-FC27-348A-19BA2026CAAB}"/>
          </ac:spMkLst>
        </pc:spChg>
        <pc:picChg chg="add mod">
          <ac:chgData name="杉村　麻記子" userId="7b6cb1e1-ca39-4bf7-a670-9ae758fae17a" providerId="ADAL" clId="{67970DCB-519A-4635-A8CB-5DD653ABF138}" dt="2025-10-03T07:47:21.627" v="386" actId="3626"/>
          <ac:picMkLst>
            <pc:docMk/>
            <pc:sldMk cId="2398358988" sldId="341"/>
            <ac:picMk id="4" creationId="{C7BFFC80-A77E-A68C-D106-D9DA902C055C}"/>
          </ac:picMkLst>
        </pc:picChg>
        <pc:picChg chg="add mod">
          <ac:chgData name="杉村　麻記子" userId="7b6cb1e1-ca39-4bf7-a670-9ae758fae17a" providerId="ADAL" clId="{67970DCB-519A-4635-A8CB-5DD653ABF138}" dt="2025-10-03T07:06:58.863" v="177" actId="1076"/>
          <ac:picMkLst>
            <pc:docMk/>
            <pc:sldMk cId="2398358988" sldId="341"/>
            <ac:picMk id="5" creationId="{0CEDB5D8-C612-17A6-50AC-E73030DBEF27}"/>
          </ac:picMkLst>
        </pc:picChg>
        <pc:picChg chg="add mod">
          <ac:chgData name="杉村　麻記子" userId="7b6cb1e1-ca39-4bf7-a670-9ae758fae17a" providerId="ADAL" clId="{67970DCB-519A-4635-A8CB-5DD653ABF138}" dt="2025-10-03T07:07:01.304" v="178" actId="1076"/>
          <ac:picMkLst>
            <pc:docMk/>
            <pc:sldMk cId="2398358988" sldId="341"/>
            <ac:picMk id="6" creationId="{4D45F399-E19B-737B-865A-9214378E4312}"/>
          </ac:picMkLst>
        </pc:picChg>
        <pc:picChg chg="add mod">
          <ac:chgData name="杉村　麻記子" userId="7b6cb1e1-ca39-4bf7-a670-9ae758fae17a" providerId="ADAL" clId="{67970DCB-519A-4635-A8CB-5DD653ABF138}" dt="2025-10-03T07:06:52.849" v="174" actId="1076"/>
          <ac:picMkLst>
            <pc:docMk/>
            <pc:sldMk cId="2398358988" sldId="341"/>
            <ac:picMk id="8" creationId="{F41F6C8F-86E2-1785-B82D-88DEAA941C1A}"/>
          </ac:picMkLst>
        </pc:picChg>
        <pc:picChg chg="add mod">
          <ac:chgData name="杉村　麻記子" userId="7b6cb1e1-ca39-4bf7-a670-9ae758fae17a" providerId="ADAL" clId="{67970DCB-519A-4635-A8CB-5DD653ABF138}" dt="2025-10-03T07:06:55.767" v="176" actId="14100"/>
          <ac:picMkLst>
            <pc:docMk/>
            <pc:sldMk cId="2398358988" sldId="341"/>
            <ac:picMk id="9" creationId="{84DFE333-7961-B5F8-1FD3-B7C38A925CDB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5BB469-E51E-4C58-A21C-1B1609F21C19}" type="datetimeFigureOut">
              <a:rPr kumimoji="1" lang="ja-JP" altLang="en-US" smtClean="0"/>
              <a:t>2025/10/5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41A71E-2855-44A8-BCA5-F5A565FDDE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24495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（White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91195-F120-BCB2-5EE3-723E70C1FC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4282" y="1989088"/>
            <a:ext cx="10563436" cy="137144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defRPr sz="3600" b="1" i="0">
                <a:solidFill>
                  <a:srgbClr val="013C85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テキスト プレースホルダー 12">
            <a:extLst>
              <a:ext uri="{FF2B5EF4-FFF2-40B4-BE49-F238E27FC236}">
                <a16:creationId xmlns:a16="http://schemas.microsoft.com/office/drawing/2014/main" id="{62214ACD-D9BE-40F6-D231-9138B52159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14282" y="5470206"/>
            <a:ext cx="10563436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テキスト プレースホルダー 12">
            <a:extLst>
              <a:ext uri="{FF2B5EF4-FFF2-40B4-BE49-F238E27FC236}">
                <a16:creationId xmlns:a16="http://schemas.microsoft.com/office/drawing/2014/main" id="{8FC9C3C0-2F9D-131F-910E-8008929D84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4282" y="5930984"/>
            <a:ext cx="10563436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テキスト プレースホルダー 12">
            <a:extLst>
              <a:ext uri="{FF2B5EF4-FFF2-40B4-BE49-F238E27FC236}">
                <a16:creationId xmlns:a16="http://schemas.microsoft.com/office/drawing/2014/main" id="{6B053CD4-F3BD-5F69-E59C-A597A09B6F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4282" y="3453206"/>
            <a:ext cx="10563436" cy="9473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9" name="テキスト プレースホルダー 12">
            <a:extLst>
              <a:ext uri="{FF2B5EF4-FFF2-40B4-BE49-F238E27FC236}">
                <a16:creationId xmlns:a16="http://schemas.microsoft.com/office/drawing/2014/main" id="{92E9DB0B-9077-D203-7FE6-5988DC6DECE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14282" y="5021958"/>
            <a:ext cx="10563436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EE60B748-7DA5-28DA-6FDB-CC4794F43AE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4282" y="561890"/>
            <a:ext cx="8640000" cy="43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8239994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（BrandPromise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91195-F120-BCB2-5EE3-723E70C1FC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07426" y="1989088"/>
            <a:ext cx="6170292" cy="137144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defRPr sz="3600" b="1" i="0" baseline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テキスト プレースホルダー 12">
            <a:extLst>
              <a:ext uri="{FF2B5EF4-FFF2-40B4-BE49-F238E27FC236}">
                <a16:creationId xmlns:a16="http://schemas.microsoft.com/office/drawing/2014/main" id="{62214ACD-D9BE-40F6-D231-9138B52159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205306" y="5470206"/>
            <a:ext cx="6172412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 baseline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テキスト プレースホルダー 12">
            <a:extLst>
              <a:ext uri="{FF2B5EF4-FFF2-40B4-BE49-F238E27FC236}">
                <a16:creationId xmlns:a16="http://schemas.microsoft.com/office/drawing/2014/main" id="{8FC9C3C0-2F9D-131F-910E-8008929D84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05306" y="5930984"/>
            <a:ext cx="6172412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 baseline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テキスト プレースホルダー 12">
            <a:extLst>
              <a:ext uri="{FF2B5EF4-FFF2-40B4-BE49-F238E27FC236}">
                <a16:creationId xmlns:a16="http://schemas.microsoft.com/office/drawing/2014/main" id="{6B053CD4-F3BD-5F69-E59C-A597A09B6F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05306" y="3453206"/>
            <a:ext cx="6172412" cy="9473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 baseline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テキスト プレースホルダー 12">
            <a:extLst>
              <a:ext uri="{FF2B5EF4-FFF2-40B4-BE49-F238E27FC236}">
                <a16:creationId xmlns:a16="http://schemas.microsoft.com/office/drawing/2014/main" id="{62007915-F4F5-B5F4-7D86-F096B722CDD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05306" y="5021958"/>
            <a:ext cx="6172412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 baseline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9" name="テキスト プレースホルダー 12">
            <a:extLst>
              <a:ext uri="{FF2B5EF4-FFF2-40B4-BE49-F238E27FC236}">
                <a16:creationId xmlns:a16="http://schemas.microsoft.com/office/drawing/2014/main" id="{DE944634-006B-0CC4-1D48-DFAE926910B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05306" y="561891"/>
            <a:ext cx="4248976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 baseline="0">
                <a:solidFill>
                  <a:schemeClr val="bg1"/>
                </a:solidFill>
                <a:latin typeface="(日本語用のフォントを使用)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8947274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（White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タイトル 11">
            <a:extLst>
              <a:ext uri="{FF2B5EF4-FFF2-40B4-BE49-F238E27FC236}">
                <a16:creationId xmlns:a16="http://schemas.microsoft.com/office/drawing/2014/main" id="{F68FA6C3-7B99-178B-B61B-6F9C354A95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0525" y="347572"/>
            <a:ext cx="9367501" cy="432000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rgbClr val="013C85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目次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DA9D96-0593-35C3-1979-E826592B79F1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rgbClr val="013C85"/>
                </a:solidFill>
              </a:rPr>
              <a:t>ⓒ ITOCHU Techno-Solutions Corporation</a:t>
            </a:r>
            <a:endParaRPr kumimoji="1" lang="ja-JP" altLang="en-US" sz="700">
              <a:solidFill>
                <a:srgbClr val="013C85"/>
              </a:solidFill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E565B7F-EA3C-5F4C-83F4-5E84A10FF4D0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rgbClr val="013C85"/>
                </a:solidFill>
              </a:rPr>
              <a:pPr/>
              <a:t>‹#›</a:t>
            </a:fld>
            <a:endParaRPr kumimoji="1" lang="ja-JP" altLang="en-US" sz="1600">
              <a:solidFill>
                <a:srgbClr val="013C85"/>
              </a:solidFill>
            </a:endParaRPr>
          </a:p>
        </p:txBody>
      </p:sp>
      <p:sp>
        <p:nvSpPr>
          <p:cNvPr id="2" name="テキスト プレースホルダー 12">
            <a:extLst>
              <a:ext uri="{FF2B5EF4-FFF2-40B4-BE49-F238E27FC236}">
                <a16:creationId xmlns:a16="http://schemas.microsoft.com/office/drawing/2014/main" id="{F3315ADE-16E8-091A-1BE1-CE1257C6D3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4282" y="1736725"/>
            <a:ext cx="540000" cy="312583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>
                <a:solidFill>
                  <a:srgbClr val="013C85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A111D72C-386D-D961-0695-CC2D826257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96791" y="1736725"/>
            <a:ext cx="7012467" cy="312583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Font typeface="Arial" panose="020B0604020202020204" pitchFamily="34" charset="0"/>
              <a:buNone/>
              <a:defRPr sz="2400"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57170" indent="0">
              <a:buNone/>
              <a:defRPr/>
            </a:lvl2pPr>
          </a:lstStyle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25974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ページ（White）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00911B44-43E5-C652-2977-C75C89E671A2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rgbClr val="013C85"/>
                </a:solidFill>
              </a:rPr>
              <a:t>ⓒ ITOCHU Techno-Solutions Corporation</a:t>
            </a:r>
            <a:endParaRPr kumimoji="1" lang="ja-JP" altLang="en-US" sz="700">
              <a:solidFill>
                <a:srgbClr val="013C85"/>
              </a:solidFill>
            </a:endParaRP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01FA6925-A068-A444-1957-B0B944CDD944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rgbClr val="013C85"/>
                </a:solidFill>
              </a:rPr>
              <a:pPr/>
              <a:t>‹#›</a:t>
            </a:fld>
            <a:endParaRPr kumimoji="1" lang="ja-JP" altLang="en-US" sz="1600">
              <a:solidFill>
                <a:srgbClr val="013C85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6F0C50-C194-741F-5AEB-FAA6A9B446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4282" y="1921292"/>
            <a:ext cx="10563436" cy="137144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defRPr sz="3000" b="1" i="0">
                <a:solidFill>
                  <a:srgbClr val="013C85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C8443232-A4D7-0B6A-2119-B6107EBFC18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4282" y="3471448"/>
            <a:ext cx="10563436" cy="148192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>
                <a:solidFill>
                  <a:srgbClr val="013C85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776279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ページ（White_BrandPromise）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テキスト プレースホルダー 12">
            <a:extLst>
              <a:ext uri="{FF2B5EF4-FFF2-40B4-BE49-F238E27FC236}">
                <a16:creationId xmlns:a16="http://schemas.microsoft.com/office/drawing/2014/main" id="{A0D995C7-DCD1-BA44-4BF0-265113C3AE8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05924" y="3471448"/>
            <a:ext cx="6171794" cy="148192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>
                <a:solidFill>
                  <a:srgbClr val="013C85"/>
                </a:solidFill>
              </a:defRPr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2AB5FDC-733A-C70A-FB12-285C92099A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05924" y="1921292"/>
            <a:ext cx="6171794" cy="137144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defRPr sz="3000" b="1" i="0">
                <a:solidFill>
                  <a:srgbClr val="013C85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556FBD49-6E8D-D0D0-1E72-1F8FE69ED2CA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rgbClr val="013C85"/>
                </a:solidFill>
              </a:rPr>
              <a:pPr/>
              <a:t>‹#›</a:t>
            </a:fld>
            <a:endParaRPr kumimoji="1" lang="ja-JP" altLang="en-US" sz="1600" dirty="0">
              <a:solidFill>
                <a:srgbClr val="013C85"/>
              </a:solidFill>
            </a:endParaRP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8D78511-D148-0EF9-172D-DA2C6D03DE7E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chemeClr val="bg1"/>
                </a:solidFill>
              </a:rPr>
              <a:t>ⓒ ITOCHU Techno-Solutions Corporation</a:t>
            </a:r>
            <a:endParaRPr kumimoji="1" lang="ja-JP" altLang="en-US" sz="7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46808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White）_1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4817DC41-1215-A6C0-4C88-636C2EFE7AD2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rgbClr val="013C85"/>
                </a:solidFill>
              </a:rPr>
              <a:t>ⓒ ITOCHU Techno-Solutions Corporation</a:t>
            </a:r>
            <a:endParaRPr kumimoji="1" lang="ja-JP" altLang="en-US" sz="700">
              <a:solidFill>
                <a:srgbClr val="013C85"/>
              </a:solidFill>
            </a:endParaRP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023D640A-F364-BA6E-7B4B-222DF43A1541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rgbClr val="013C85"/>
                </a:solidFill>
              </a:rPr>
              <a:pPr/>
              <a:t>‹#›</a:t>
            </a:fld>
            <a:endParaRPr kumimoji="1" lang="ja-JP" altLang="en-US" sz="1600">
              <a:solidFill>
                <a:srgbClr val="013C85"/>
              </a:solidFill>
            </a:endParaRPr>
          </a:p>
        </p:txBody>
      </p:sp>
      <p:sp>
        <p:nvSpPr>
          <p:cNvPr id="5" name="テキスト プレースホルダー 12">
            <a:extLst>
              <a:ext uri="{FF2B5EF4-FFF2-40B4-BE49-F238E27FC236}">
                <a16:creationId xmlns:a16="http://schemas.microsoft.com/office/drawing/2014/main" id="{D2BF2330-A7EB-FA53-0870-3EF26ACA6F6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4918" y="1268414"/>
            <a:ext cx="10562800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6213" indent="-176213" defTabSz="479968">
              <a:spcBef>
                <a:spcPts val="600"/>
              </a:spcBef>
              <a:buFont typeface="Arial" panose="020B0604020202020204" pitchFamily="34" charset="0"/>
              <a:buChar char="•"/>
              <a:defRPr sz="2800"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2913" indent="-136525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20725" indent="-146050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9013" indent="-136525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5713" indent="-136525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10" name="タイトル 11">
            <a:extLst>
              <a:ext uri="{FF2B5EF4-FFF2-40B4-BE49-F238E27FC236}">
                <a16:creationId xmlns:a16="http://schemas.microsoft.com/office/drawing/2014/main" id="{AC814E34-4A98-288C-085A-C235D2DD9E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0525" y="347572"/>
            <a:ext cx="9367501" cy="432000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rgbClr val="013C85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134157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White）_2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プレースホルダー 12">
            <a:extLst>
              <a:ext uri="{FF2B5EF4-FFF2-40B4-BE49-F238E27FC236}">
                <a16:creationId xmlns:a16="http://schemas.microsoft.com/office/drawing/2014/main" id="{F9155394-BEEF-1B33-612E-CF22A49FB2C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28054" y="1268414"/>
            <a:ext cx="4949027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6213" indent="-176213" defTabSz="479968">
              <a:spcBef>
                <a:spcPts val="600"/>
              </a:spcBef>
              <a:buFont typeface="Arial" panose="020B0604020202020204" pitchFamily="34" charset="0"/>
              <a:buChar char="•"/>
              <a:defRPr sz="2800"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2913" indent="-136525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20725" indent="-146050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9013" indent="-136525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5713" indent="-136525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2" name="テキスト プレースホルダー 12">
            <a:extLst>
              <a:ext uri="{FF2B5EF4-FFF2-40B4-BE49-F238E27FC236}">
                <a16:creationId xmlns:a16="http://schemas.microsoft.com/office/drawing/2014/main" id="{5F10BDFD-D91E-C798-6FA4-23E8F647FED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14918" y="1268414"/>
            <a:ext cx="4948392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6213" indent="-176213" defTabSz="479968">
              <a:spcBef>
                <a:spcPts val="600"/>
              </a:spcBef>
              <a:buFont typeface="Arial" panose="020B0604020202020204" pitchFamily="34" charset="0"/>
              <a:buChar char="•"/>
              <a:defRPr sz="2800"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2913" indent="-136525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20725" indent="-146050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9013" indent="-136525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5713" indent="-136525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4817DC41-1215-A6C0-4C88-636C2EFE7AD2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rgbClr val="013C85"/>
                </a:solidFill>
              </a:rPr>
              <a:t>ⓒ ITOCHU Techno-Solutions Corporation</a:t>
            </a:r>
            <a:endParaRPr kumimoji="1" lang="ja-JP" altLang="en-US" sz="700">
              <a:solidFill>
                <a:srgbClr val="013C85"/>
              </a:solidFill>
            </a:endParaRP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023D640A-F364-BA6E-7B4B-222DF43A1541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rgbClr val="013C85"/>
                </a:solidFill>
              </a:rPr>
              <a:pPr/>
              <a:t>‹#›</a:t>
            </a:fld>
            <a:endParaRPr kumimoji="1" lang="ja-JP" altLang="en-US" sz="1600">
              <a:solidFill>
                <a:srgbClr val="013C85"/>
              </a:solidFill>
            </a:endParaRPr>
          </a:p>
        </p:txBody>
      </p:sp>
      <p:sp>
        <p:nvSpPr>
          <p:cNvPr id="5" name="タイトル 11">
            <a:extLst>
              <a:ext uri="{FF2B5EF4-FFF2-40B4-BE49-F238E27FC236}">
                <a16:creationId xmlns:a16="http://schemas.microsoft.com/office/drawing/2014/main" id="{5018D083-D2AC-153C-8510-2B3811294C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0525" y="347572"/>
            <a:ext cx="9367501" cy="432000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rgbClr val="013C85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8776348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Photo）1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5C3FDE2-46C8-2463-C44C-91188DA0B02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29600" y="1741550"/>
            <a:ext cx="4947481" cy="365125"/>
          </a:xfrm>
          <a:prstGeom prst="rect">
            <a:avLst/>
          </a:prstGeom>
        </p:spPr>
        <p:txBody>
          <a:bodyPr lIns="0" tIns="0" rIns="0" bIns="0"/>
          <a:lstStyle>
            <a:lvl1pPr>
              <a:defRPr kumimoji="1" lang="ja-JP" altLang="en-US" sz="2800" b="1" i="0" kern="1200" dirty="0">
                <a:solidFill>
                  <a:srgbClr val="013C85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  <p:sp>
        <p:nvSpPr>
          <p:cNvPr id="2" name="テキスト プレースホルダー 12">
            <a:extLst>
              <a:ext uri="{FF2B5EF4-FFF2-40B4-BE49-F238E27FC236}">
                <a16:creationId xmlns:a16="http://schemas.microsoft.com/office/drawing/2014/main" id="{422F49F7-97F3-7D1C-8735-21766B5E5CD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28054" y="2630076"/>
            <a:ext cx="4949027" cy="358244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6213" indent="-176213" defTabSz="479968">
              <a:spcBef>
                <a:spcPts val="600"/>
              </a:spcBef>
              <a:buFont typeface="Arial" panose="020B0604020202020204" pitchFamily="34" charset="0"/>
              <a:buChar char="•"/>
              <a:defRPr sz="2800"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2913" indent="-136525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20725" indent="-146050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9013" indent="-136525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5713" indent="-136525">
              <a:spcBef>
                <a:spcPts val="600"/>
              </a:spcBef>
              <a:defRPr b="0" i="0">
                <a:solidFill>
                  <a:srgbClr val="013C85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7897D687-90EE-4A4F-C8E7-8CBB9A645AD9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rgbClr val="013C85"/>
                </a:solidFill>
              </a:rPr>
              <a:pPr/>
              <a:t>‹#›</a:t>
            </a:fld>
            <a:endParaRPr kumimoji="1" lang="ja-JP" altLang="en-US" sz="1600">
              <a:solidFill>
                <a:srgbClr val="013C85"/>
              </a:solidFill>
            </a:endParaRPr>
          </a:p>
        </p:txBody>
      </p:sp>
      <p:sp>
        <p:nvSpPr>
          <p:cNvPr id="3" name="図プレースホルダー 16">
            <a:extLst>
              <a:ext uri="{FF2B5EF4-FFF2-40B4-BE49-F238E27FC236}">
                <a16:creationId xmlns:a16="http://schemas.microsoft.com/office/drawing/2014/main" id="{0250B0A2-D4B9-A4DC-0554-2326F56D8D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5206" cy="6858000"/>
          </a:xfrm>
          <a:prstGeom prst="rect">
            <a:avLst/>
          </a:prstGeom>
          <a:solidFill>
            <a:srgbClr val="CACACA"/>
          </a:solidFill>
        </p:spPr>
        <p:txBody>
          <a:bodyPr/>
          <a:lstStyle>
            <a:lvl1pPr>
              <a:defRPr lang="ja-JP" altLang="en-US" sz="1800">
                <a:solidFill>
                  <a:schemeClr val="accent6"/>
                </a:solidFill>
              </a:defRPr>
            </a:lvl1pPr>
          </a:lstStyle>
          <a:p>
            <a:pPr marL="0" lvl="0" indent="0" algn="ctr">
              <a:lnSpc>
                <a:spcPct val="100000"/>
              </a:lnSpc>
              <a:buNone/>
            </a:pPr>
            <a:endParaRPr kumimoji="1" lang="en-US" altLang="ja-JP" dirty="0"/>
          </a:p>
          <a:p>
            <a:pPr marL="0" lvl="0" indent="0" algn="ctr">
              <a:lnSpc>
                <a:spcPct val="100000"/>
              </a:lnSpc>
              <a:buNone/>
            </a:pPr>
            <a:r>
              <a:rPr kumimoji="1" lang="ja-JP" altLang="en-US"/>
              <a:t>下のアイコンをクリックして画像を入れてください。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F674F5-4E57-E04C-7651-6DF5B186CA40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rgbClr val="013C85"/>
                </a:solidFill>
              </a:rPr>
              <a:t>ⓒ ITOCHU Techno-Solutions Corporation</a:t>
            </a:r>
            <a:endParaRPr kumimoji="1" lang="ja-JP" altLang="en-US" sz="700" dirty="0">
              <a:solidFill>
                <a:srgbClr val="013C8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76570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Photo）2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図プレースホルダー 16">
            <a:extLst>
              <a:ext uri="{FF2B5EF4-FFF2-40B4-BE49-F238E27FC236}">
                <a16:creationId xmlns:a16="http://schemas.microsoft.com/office/drawing/2014/main" id="{40FE2F04-6B75-1C75-F9DF-825DA93754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736726"/>
            <a:ext cx="12192000" cy="5121275"/>
          </a:xfrm>
          <a:prstGeom prst="rect">
            <a:avLst/>
          </a:prstGeom>
          <a:solidFill>
            <a:srgbClr val="CACACA"/>
          </a:solidFill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>
                <a:solidFill>
                  <a:schemeClr val="accent6"/>
                </a:solidFill>
              </a:defRPr>
            </a:lvl1pPr>
          </a:lstStyle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/>
              <a:t>下のアイコンをクリックして画像を入れてください。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3F42955C-2661-77B4-7E94-6C49CE94C967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rgbClr val="013C85"/>
                </a:solidFill>
              </a:rPr>
              <a:t>ⓒ ITOCHU Techno-Solutions Corporation</a:t>
            </a:r>
            <a:endParaRPr kumimoji="1" lang="ja-JP" altLang="en-US" sz="700">
              <a:solidFill>
                <a:srgbClr val="013C85"/>
              </a:solidFill>
            </a:endParaRP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121B00E-FCA3-D75D-90B2-7E55D24110B4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rgbClr val="013C85"/>
                </a:solidFill>
              </a:rPr>
              <a:pPr/>
              <a:t>‹#›</a:t>
            </a:fld>
            <a:endParaRPr kumimoji="1" lang="ja-JP" altLang="en-US" sz="1600">
              <a:solidFill>
                <a:srgbClr val="013C85"/>
              </a:solidFill>
            </a:endParaRPr>
          </a:p>
        </p:txBody>
      </p:sp>
      <p:sp>
        <p:nvSpPr>
          <p:cNvPr id="2" name="タイトル 11">
            <a:extLst>
              <a:ext uri="{FF2B5EF4-FFF2-40B4-BE49-F238E27FC236}">
                <a16:creationId xmlns:a16="http://schemas.microsoft.com/office/drawing/2014/main" id="{4888B4B8-7FA4-9F5C-FE43-6ADC1EAC84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0525" y="347572"/>
            <a:ext cx="9367501" cy="432000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rgbClr val="013C85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580151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裏表紙（White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036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裏表紙（BrandPromise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202227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グループ化 64">
            <a:extLst>
              <a:ext uri="{FF2B5EF4-FFF2-40B4-BE49-F238E27FC236}">
                <a16:creationId xmlns:a16="http://schemas.microsoft.com/office/drawing/2014/main" id="{EED62C00-AD48-7AF3-194D-CC4BC9825C72}"/>
              </a:ext>
            </a:extLst>
          </p:cNvPr>
          <p:cNvGrpSpPr/>
          <p:nvPr userDrawn="1"/>
        </p:nvGrpSpPr>
        <p:grpSpPr>
          <a:xfrm>
            <a:off x="-2646410" y="0"/>
            <a:ext cx="2427336" cy="3886563"/>
            <a:chOff x="-3408411" y="-34199"/>
            <a:chExt cx="2905039" cy="4651444"/>
          </a:xfrm>
        </p:grpSpPr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0F59455B-5281-DE42-39E8-C312BDE2B366}"/>
                </a:ext>
              </a:extLst>
            </p:cNvPr>
            <p:cNvGrpSpPr/>
            <p:nvPr userDrawn="1"/>
          </p:nvGrpSpPr>
          <p:grpSpPr>
            <a:xfrm>
              <a:off x="-3408411" y="-29139"/>
              <a:ext cx="452006" cy="2227375"/>
              <a:chOff x="-3408411" y="-29139"/>
              <a:chExt cx="452006" cy="2227375"/>
            </a:xfrm>
          </p:grpSpPr>
          <p:grpSp>
            <p:nvGrpSpPr>
              <p:cNvPr id="17" name="グループ化 16">
                <a:extLst>
                  <a:ext uri="{FF2B5EF4-FFF2-40B4-BE49-F238E27FC236}">
                    <a16:creationId xmlns:a16="http://schemas.microsoft.com/office/drawing/2014/main" id="{82ACF8B8-85A7-F98B-9397-34A96E5A0208}"/>
                  </a:ext>
                </a:extLst>
              </p:cNvPr>
              <p:cNvGrpSpPr/>
              <p:nvPr userDrawn="1"/>
            </p:nvGrpSpPr>
            <p:grpSpPr>
              <a:xfrm>
                <a:off x="-3408411" y="123410"/>
                <a:ext cx="452006" cy="2074826"/>
                <a:chOff x="-2709812" y="0"/>
                <a:chExt cx="763449" cy="3504430"/>
              </a:xfrm>
            </p:grpSpPr>
            <p:sp>
              <p:nvSpPr>
                <p:cNvPr id="19" name="正方形/長方形 18">
                  <a:extLst>
                    <a:ext uri="{FF2B5EF4-FFF2-40B4-BE49-F238E27FC236}">
                      <a16:creationId xmlns:a16="http://schemas.microsoft.com/office/drawing/2014/main" id="{97DA814D-8025-8603-8CA2-584DD1154C48}"/>
                    </a:ext>
                  </a:extLst>
                </p:cNvPr>
                <p:cNvSpPr/>
                <p:nvPr userDrawn="1"/>
              </p:nvSpPr>
              <p:spPr>
                <a:xfrm>
                  <a:off x="-2709812" y="0"/>
                  <a:ext cx="763449" cy="716809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20" name="正方形/長方形 19">
                  <a:extLst>
                    <a:ext uri="{FF2B5EF4-FFF2-40B4-BE49-F238E27FC236}">
                      <a16:creationId xmlns:a16="http://schemas.microsoft.com/office/drawing/2014/main" id="{DFDF1A98-77F5-DE9E-F244-EE1B568A7C6F}"/>
                    </a:ext>
                  </a:extLst>
                </p:cNvPr>
                <p:cNvSpPr/>
                <p:nvPr userDrawn="1"/>
              </p:nvSpPr>
              <p:spPr>
                <a:xfrm>
                  <a:off x="-2709812" y="929207"/>
                  <a:ext cx="763449" cy="716809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21" name="正方形/長方形 20">
                  <a:extLst>
                    <a:ext uri="{FF2B5EF4-FFF2-40B4-BE49-F238E27FC236}">
                      <a16:creationId xmlns:a16="http://schemas.microsoft.com/office/drawing/2014/main" id="{5742F9F2-CF6B-8534-DF0E-1FDF7D74BF2A}"/>
                    </a:ext>
                  </a:extLst>
                </p:cNvPr>
                <p:cNvSpPr/>
                <p:nvPr userDrawn="1"/>
              </p:nvSpPr>
              <p:spPr>
                <a:xfrm>
                  <a:off x="-2709812" y="1858417"/>
                  <a:ext cx="763449" cy="716809"/>
                </a:xfrm>
                <a:prstGeom prst="rect">
                  <a:avLst/>
                </a:prstGeom>
                <a:solidFill>
                  <a:schemeClr val="tx2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22" name="正方形/長方形 21">
                  <a:extLst>
                    <a:ext uri="{FF2B5EF4-FFF2-40B4-BE49-F238E27FC236}">
                      <a16:creationId xmlns:a16="http://schemas.microsoft.com/office/drawing/2014/main" id="{BB30B969-1224-5BC2-5E31-392961F25AD6}"/>
                    </a:ext>
                  </a:extLst>
                </p:cNvPr>
                <p:cNvSpPr/>
                <p:nvPr userDrawn="1"/>
              </p:nvSpPr>
              <p:spPr>
                <a:xfrm>
                  <a:off x="-2709812" y="2787621"/>
                  <a:ext cx="763449" cy="716809"/>
                </a:xfrm>
                <a:prstGeom prst="rect">
                  <a:avLst/>
                </a:prstGeom>
                <a:solidFill>
                  <a:schemeClr val="tx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B262310C-E9AD-7B13-0054-A7AF780090D8}"/>
                  </a:ext>
                </a:extLst>
              </p:cNvPr>
              <p:cNvSpPr/>
              <p:nvPr userDrawn="1"/>
            </p:nvSpPr>
            <p:spPr>
              <a:xfrm>
                <a:off x="-3333738" y="-2913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1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游ゴシック Medium"/>
                  <a:ea typeface="游ゴシック Medium"/>
                  <a:cs typeface="+mn-cs"/>
                </a:endParaRPr>
              </a:p>
            </p:txBody>
          </p:sp>
        </p:grpSp>
        <p:grpSp>
          <p:nvGrpSpPr>
            <p:cNvPr id="23" name="グループ化 22">
              <a:extLst>
                <a:ext uri="{FF2B5EF4-FFF2-40B4-BE49-F238E27FC236}">
                  <a16:creationId xmlns:a16="http://schemas.microsoft.com/office/drawing/2014/main" id="{D1D2B1C1-E265-F854-94B7-9315597DD751}"/>
                </a:ext>
              </a:extLst>
            </p:cNvPr>
            <p:cNvGrpSpPr/>
            <p:nvPr userDrawn="1"/>
          </p:nvGrpSpPr>
          <p:grpSpPr>
            <a:xfrm>
              <a:off x="-2590733" y="-34199"/>
              <a:ext cx="452006" cy="2232435"/>
              <a:chOff x="-2590733" y="-34199"/>
              <a:chExt cx="452006" cy="2232435"/>
            </a:xfrm>
          </p:grpSpPr>
          <p:grpSp>
            <p:nvGrpSpPr>
              <p:cNvPr id="24" name="グループ化 23">
                <a:extLst>
                  <a:ext uri="{FF2B5EF4-FFF2-40B4-BE49-F238E27FC236}">
                    <a16:creationId xmlns:a16="http://schemas.microsoft.com/office/drawing/2014/main" id="{FA4DAD84-5EE0-F743-9370-AFDAD826B7D6}"/>
                  </a:ext>
                </a:extLst>
              </p:cNvPr>
              <p:cNvGrpSpPr/>
              <p:nvPr userDrawn="1"/>
            </p:nvGrpSpPr>
            <p:grpSpPr>
              <a:xfrm>
                <a:off x="-2590733" y="123410"/>
                <a:ext cx="452006" cy="2074826"/>
                <a:chOff x="-1330808" y="19671"/>
                <a:chExt cx="763449" cy="3504430"/>
              </a:xfrm>
            </p:grpSpPr>
            <p:sp>
              <p:nvSpPr>
                <p:cNvPr id="26" name="正方形/長方形 25">
                  <a:extLst>
                    <a:ext uri="{FF2B5EF4-FFF2-40B4-BE49-F238E27FC236}">
                      <a16:creationId xmlns:a16="http://schemas.microsoft.com/office/drawing/2014/main" id="{BFAD886E-E7B3-D408-6409-853716C19E1B}"/>
                    </a:ext>
                  </a:extLst>
                </p:cNvPr>
                <p:cNvSpPr/>
                <p:nvPr userDrawn="1"/>
              </p:nvSpPr>
              <p:spPr>
                <a:xfrm>
                  <a:off x="-1330808" y="19671"/>
                  <a:ext cx="763449" cy="716808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27" name="正方形/長方形 26">
                  <a:extLst>
                    <a:ext uri="{FF2B5EF4-FFF2-40B4-BE49-F238E27FC236}">
                      <a16:creationId xmlns:a16="http://schemas.microsoft.com/office/drawing/2014/main" id="{D14DE5AB-49BD-BEDC-2579-AB4B2C7B1653}"/>
                    </a:ext>
                  </a:extLst>
                </p:cNvPr>
                <p:cNvSpPr/>
                <p:nvPr userDrawn="1"/>
              </p:nvSpPr>
              <p:spPr>
                <a:xfrm>
                  <a:off x="-1330808" y="948878"/>
                  <a:ext cx="763449" cy="716808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28" name="正方形/長方形 27">
                  <a:extLst>
                    <a:ext uri="{FF2B5EF4-FFF2-40B4-BE49-F238E27FC236}">
                      <a16:creationId xmlns:a16="http://schemas.microsoft.com/office/drawing/2014/main" id="{4DA2DCF3-7B00-CE8D-6715-576FBED1DF6A}"/>
                    </a:ext>
                  </a:extLst>
                </p:cNvPr>
                <p:cNvSpPr/>
                <p:nvPr userDrawn="1"/>
              </p:nvSpPr>
              <p:spPr>
                <a:xfrm>
                  <a:off x="-1330808" y="1878086"/>
                  <a:ext cx="763449" cy="716808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29" name="正方形/長方形 28">
                  <a:extLst>
                    <a:ext uri="{FF2B5EF4-FFF2-40B4-BE49-F238E27FC236}">
                      <a16:creationId xmlns:a16="http://schemas.microsoft.com/office/drawing/2014/main" id="{4FA8FB96-7411-F404-15EE-D6FD3C578FFB}"/>
                    </a:ext>
                  </a:extLst>
                </p:cNvPr>
                <p:cNvSpPr/>
                <p:nvPr userDrawn="1"/>
              </p:nvSpPr>
              <p:spPr>
                <a:xfrm>
                  <a:off x="-1330808" y="2807293"/>
                  <a:ext cx="763449" cy="716808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25" name="正方形/長方形 24">
                <a:extLst>
                  <a:ext uri="{FF2B5EF4-FFF2-40B4-BE49-F238E27FC236}">
                    <a16:creationId xmlns:a16="http://schemas.microsoft.com/office/drawing/2014/main" id="{A0DD36E8-4320-DBF7-0D3D-45A68D633977}"/>
                  </a:ext>
                </a:extLst>
              </p:cNvPr>
              <p:cNvSpPr/>
              <p:nvPr userDrawn="1"/>
            </p:nvSpPr>
            <p:spPr>
              <a:xfrm>
                <a:off x="-2516059" y="-3419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2</a:t>
                </a:r>
              </a:p>
            </p:txBody>
          </p:sp>
        </p:grpSp>
        <p:grpSp>
          <p:nvGrpSpPr>
            <p:cNvPr id="30" name="グループ化 29">
              <a:extLst>
                <a:ext uri="{FF2B5EF4-FFF2-40B4-BE49-F238E27FC236}">
                  <a16:creationId xmlns:a16="http://schemas.microsoft.com/office/drawing/2014/main" id="{12562C27-C356-1E41-85F7-11A3ACC3A3EA}"/>
                </a:ext>
              </a:extLst>
            </p:cNvPr>
            <p:cNvGrpSpPr/>
            <p:nvPr userDrawn="1"/>
          </p:nvGrpSpPr>
          <p:grpSpPr>
            <a:xfrm>
              <a:off x="-3408411" y="2381088"/>
              <a:ext cx="452006" cy="2236157"/>
              <a:chOff x="-3408411" y="2381088"/>
              <a:chExt cx="452006" cy="2236157"/>
            </a:xfrm>
          </p:grpSpPr>
          <p:grpSp>
            <p:nvGrpSpPr>
              <p:cNvPr id="31" name="グループ化 30">
                <a:extLst>
                  <a:ext uri="{FF2B5EF4-FFF2-40B4-BE49-F238E27FC236}">
                    <a16:creationId xmlns:a16="http://schemas.microsoft.com/office/drawing/2014/main" id="{FA6BB45A-FE1D-F266-F7F4-29E0384727A0}"/>
                  </a:ext>
                </a:extLst>
              </p:cNvPr>
              <p:cNvGrpSpPr/>
              <p:nvPr userDrawn="1"/>
            </p:nvGrpSpPr>
            <p:grpSpPr>
              <a:xfrm>
                <a:off x="-3408411" y="2542419"/>
                <a:ext cx="452006" cy="2074826"/>
                <a:chOff x="-1330809" y="3775503"/>
                <a:chExt cx="763449" cy="3504430"/>
              </a:xfrm>
            </p:grpSpPr>
            <p:sp>
              <p:nvSpPr>
                <p:cNvPr id="33" name="正方形/長方形 32">
                  <a:extLst>
                    <a:ext uri="{FF2B5EF4-FFF2-40B4-BE49-F238E27FC236}">
                      <a16:creationId xmlns:a16="http://schemas.microsoft.com/office/drawing/2014/main" id="{DFC8C0F4-B5A2-DB04-0B2E-ADB60F3502A1}"/>
                    </a:ext>
                  </a:extLst>
                </p:cNvPr>
                <p:cNvSpPr/>
                <p:nvPr userDrawn="1"/>
              </p:nvSpPr>
              <p:spPr>
                <a:xfrm>
                  <a:off x="-1330809" y="3775503"/>
                  <a:ext cx="763449" cy="716808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34" name="正方形/長方形 33">
                  <a:extLst>
                    <a:ext uri="{FF2B5EF4-FFF2-40B4-BE49-F238E27FC236}">
                      <a16:creationId xmlns:a16="http://schemas.microsoft.com/office/drawing/2014/main" id="{CBCC2BA2-61EE-E17B-0EB2-2F30D55A6097}"/>
                    </a:ext>
                  </a:extLst>
                </p:cNvPr>
                <p:cNvSpPr/>
                <p:nvPr userDrawn="1"/>
              </p:nvSpPr>
              <p:spPr>
                <a:xfrm>
                  <a:off x="-1330809" y="4704710"/>
                  <a:ext cx="763449" cy="716808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35" name="正方形/長方形 34">
                  <a:extLst>
                    <a:ext uri="{FF2B5EF4-FFF2-40B4-BE49-F238E27FC236}">
                      <a16:creationId xmlns:a16="http://schemas.microsoft.com/office/drawing/2014/main" id="{F83CDCD7-0B74-4AA2-88F4-79B1F13B0042}"/>
                    </a:ext>
                  </a:extLst>
                </p:cNvPr>
                <p:cNvSpPr/>
                <p:nvPr userDrawn="1"/>
              </p:nvSpPr>
              <p:spPr>
                <a:xfrm>
                  <a:off x="-1330809" y="5633918"/>
                  <a:ext cx="763449" cy="716808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36" name="正方形/長方形 35">
                  <a:extLst>
                    <a:ext uri="{FF2B5EF4-FFF2-40B4-BE49-F238E27FC236}">
                      <a16:creationId xmlns:a16="http://schemas.microsoft.com/office/drawing/2014/main" id="{86F85031-5E6A-7164-8E47-142FD7B8F152}"/>
                    </a:ext>
                  </a:extLst>
                </p:cNvPr>
                <p:cNvSpPr/>
                <p:nvPr userDrawn="1"/>
              </p:nvSpPr>
              <p:spPr>
                <a:xfrm>
                  <a:off x="-1330809" y="6563125"/>
                  <a:ext cx="763449" cy="716808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32" name="正方形/長方形 31">
                <a:extLst>
                  <a:ext uri="{FF2B5EF4-FFF2-40B4-BE49-F238E27FC236}">
                    <a16:creationId xmlns:a16="http://schemas.microsoft.com/office/drawing/2014/main" id="{D0D5B04F-ADBF-3EAD-AE4B-F2D6415D02A2}"/>
                  </a:ext>
                </a:extLst>
              </p:cNvPr>
              <p:cNvSpPr/>
              <p:nvPr userDrawn="1"/>
            </p:nvSpPr>
            <p:spPr>
              <a:xfrm>
                <a:off x="-3333738" y="2381088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5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游ゴシック Medium"/>
                  <a:ea typeface="游ゴシック Medium"/>
                  <a:cs typeface="+mn-cs"/>
                </a:endParaRPr>
              </a:p>
            </p:txBody>
          </p:sp>
        </p:grpSp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7B46D15A-B11B-BA07-4B55-CCCDA2EA7AB8}"/>
                </a:ext>
              </a:extLst>
            </p:cNvPr>
            <p:cNvGrpSpPr/>
            <p:nvPr userDrawn="1"/>
          </p:nvGrpSpPr>
          <p:grpSpPr>
            <a:xfrm>
              <a:off x="-2841043" y="2381088"/>
              <a:ext cx="952625" cy="2236157"/>
              <a:chOff x="-2841043" y="2381088"/>
              <a:chExt cx="952625" cy="2236157"/>
            </a:xfrm>
          </p:grpSpPr>
          <p:grpSp>
            <p:nvGrpSpPr>
              <p:cNvPr id="38" name="グループ化 37">
                <a:extLst>
                  <a:ext uri="{FF2B5EF4-FFF2-40B4-BE49-F238E27FC236}">
                    <a16:creationId xmlns:a16="http://schemas.microsoft.com/office/drawing/2014/main" id="{049050F2-409F-6CB1-BD67-5744209856EC}"/>
                  </a:ext>
                </a:extLst>
              </p:cNvPr>
              <p:cNvGrpSpPr/>
              <p:nvPr userDrawn="1"/>
            </p:nvGrpSpPr>
            <p:grpSpPr>
              <a:xfrm>
                <a:off x="-2590735" y="2542419"/>
                <a:ext cx="452006" cy="2074826"/>
                <a:chOff x="-2709812" y="3727359"/>
                <a:chExt cx="763449" cy="3504430"/>
              </a:xfrm>
            </p:grpSpPr>
            <p:sp>
              <p:nvSpPr>
                <p:cNvPr id="40" name="正方形/長方形 39">
                  <a:extLst>
                    <a:ext uri="{FF2B5EF4-FFF2-40B4-BE49-F238E27FC236}">
                      <a16:creationId xmlns:a16="http://schemas.microsoft.com/office/drawing/2014/main" id="{3B1F422E-249D-8C28-A702-EA62A2A5D199}"/>
                    </a:ext>
                  </a:extLst>
                </p:cNvPr>
                <p:cNvSpPr/>
                <p:nvPr userDrawn="1"/>
              </p:nvSpPr>
              <p:spPr>
                <a:xfrm>
                  <a:off x="-2709812" y="3727359"/>
                  <a:ext cx="763449" cy="716808"/>
                </a:xfrm>
                <a:prstGeom prst="rect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41" name="正方形/長方形 40">
                  <a:extLst>
                    <a:ext uri="{FF2B5EF4-FFF2-40B4-BE49-F238E27FC236}">
                      <a16:creationId xmlns:a16="http://schemas.microsoft.com/office/drawing/2014/main" id="{94944F50-BC30-98A8-7764-C921E316E6BC}"/>
                    </a:ext>
                  </a:extLst>
                </p:cNvPr>
                <p:cNvSpPr/>
                <p:nvPr userDrawn="1"/>
              </p:nvSpPr>
              <p:spPr>
                <a:xfrm>
                  <a:off x="-2709812" y="4656566"/>
                  <a:ext cx="763449" cy="716808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42" name="正方形/長方形 41">
                  <a:extLst>
                    <a:ext uri="{FF2B5EF4-FFF2-40B4-BE49-F238E27FC236}">
                      <a16:creationId xmlns:a16="http://schemas.microsoft.com/office/drawing/2014/main" id="{0AD08146-13BB-49BE-40B8-80979EBE24AE}"/>
                    </a:ext>
                  </a:extLst>
                </p:cNvPr>
                <p:cNvSpPr/>
                <p:nvPr userDrawn="1"/>
              </p:nvSpPr>
              <p:spPr>
                <a:xfrm>
                  <a:off x="-2709812" y="5585774"/>
                  <a:ext cx="763449" cy="716808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43" name="正方形/長方形 42">
                  <a:extLst>
                    <a:ext uri="{FF2B5EF4-FFF2-40B4-BE49-F238E27FC236}">
                      <a16:creationId xmlns:a16="http://schemas.microsoft.com/office/drawing/2014/main" id="{F2C600FE-6B1C-A381-6F8A-FB39F0906DDF}"/>
                    </a:ext>
                  </a:extLst>
                </p:cNvPr>
                <p:cNvSpPr/>
                <p:nvPr userDrawn="1"/>
              </p:nvSpPr>
              <p:spPr>
                <a:xfrm>
                  <a:off x="-2709812" y="6514981"/>
                  <a:ext cx="763449" cy="716808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39" name="正方形/長方形 38">
                <a:extLst>
                  <a:ext uri="{FF2B5EF4-FFF2-40B4-BE49-F238E27FC236}">
                    <a16:creationId xmlns:a16="http://schemas.microsoft.com/office/drawing/2014/main" id="{71FD3F90-C16E-E56C-FCD5-9F9147DC3655}"/>
                  </a:ext>
                </a:extLst>
              </p:cNvPr>
              <p:cNvSpPr/>
              <p:nvPr userDrawn="1"/>
            </p:nvSpPr>
            <p:spPr>
              <a:xfrm>
                <a:off x="-2841043" y="2381088"/>
                <a:ext cx="952625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アクセント</a:t>
                </a:r>
              </a:p>
            </p:txBody>
          </p:sp>
        </p:grpSp>
        <p:grpSp>
          <p:nvGrpSpPr>
            <p:cNvPr id="44" name="グループ化 43">
              <a:extLst>
                <a:ext uri="{FF2B5EF4-FFF2-40B4-BE49-F238E27FC236}">
                  <a16:creationId xmlns:a16="http://schemas.microsoft.com/office/drawing/2014/main" id="{45287B80-A7AE-DC26-6D19-191937BABF8C}"/>
                </a:ext>
              </a:extLst>
            </p:cNvPr>
            <p:cNvGrpSpPr/>
            <p:nvPr userDrawn="1"/>
          </p:nvGrpSpPr>
          <p:grpSpPr>
            <a:xfrm>
              <a:off x="-1773055" y="-29139"/>
              <a:ext cx="452006" cy="2227375"/>
              <a:chOff x="-1773055" y="-29139"/>
              <a:chExt cx="452006" cy="2227375"/>
            </a:xfrm>
          </p:grpSpPr>
          <p:grpSp>
            <p:nvGrpSpPr>
              <p:cNvPr id="45" name="グループ化 44">
                <a:extLst>
                  <a:ext uri="{FF2B5EF4-FFF2-40B4-BE49-F238E27FC236}">
                    <a16:creationId xmlns:a16="http://schemas.microsoft.com/office/drawing/2014/main" id="{05E72D4E-8753-5D4D-9926-BA772C15FD96}"/>
                  </a:ext>
                </a:extLst>
              </p:cNvPr>
              <p:cNvGrpSpPr/>
              <p:nvPr userDrawn="1"/>
            </p:nvGrpSpPr>
            <p:grpSpPr>
              <a:xfrm>
                <a:off x="-1773055" y="123410"/>
                <a:ext cx="452006" cy="2074826"/>
                <a:chOff x="-2709812" y="0"/>
                <a:chExt cx="763449" cy="3504430"/>
              </a:xfrm>
            </p:grpSpPr>
            <p:sp>
              <p:nvSpPr>
                <p:cNvPr id="47" name="正方形/長方形 46">
                  <a:extLst>
                    <a:ext uri="{FF2B5EF4-FFF2-40B4-BE49-F238E27FC236}">
                      <a16:creationId xmlns:a16="http://schemas.microsoft.com/office/drawing/2014/main" id="{73D96849-1B9C-EA08-475D-AD19CD8AE117}"/>
                    </a:ext>
                  </a:extLst>
                </p:cNvPr>
                <p:cNvSpPr/>
                <p:nvPr userDrawn="1"/>
              </p:nvSpPr>
              <p:spPr>
                <a:xfrm>
                  <a:off x="-2709812" y="0"/>
                  <a:ext cx="763449" cy="716809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48" name="正方形/長方形 47">
                  <a:extLst>
                    <a:ext uri="{FF2B5EF4-FFF2-40B4-BE49-F238E27FC236}">
                      <a16:creationId xmlns:a16="http://schemas.microsoft.com/office/drawing/2014/main" id="{9C380EA7-E53F-98B1-183F-83F17AAD2B44}"/>
                    </a:ext>
                  </a:extLst>
                </p:cNvPr>
                <p:cNvSpPr/>
                <p:nvPr userDrawn="1"/>
              </p:nvSpPr>
              <p:spPr>
                <a:xfrm>
                  <a:off x="-2709812" y="929207"/>
                  <a:ext cx="763449" cy="716809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49" name="正方形/長方形 48">
                  <a:extLst>
                    <a:ext uri="{FF2B5EF4-FFF2-40B4-BE49-F238E27FC236}">
                      <a16:creationId xmlns:a16="http://schemas.microsoft.com/office/drawing/2014/main" id="{5AA57D7E-ACC6-DCB6-3DD9-37646DC61EA4}"/>
                    </a:ext>
                  </a:extLst>
                </p:cNvPr>
                <p:cNvSpPr/>
                <p:nvPr userDrawn="1"/>
              </p:nvSpPr>
              <p:spPr>
                <a:xfrm>
                  <a:off x="-2709812" y="1858417"/>
                  <a:ext cx="763449" cy="716809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50" name="正方形/長方形 49">
                  <a:extLst>
                    <a:ext uri="{FF2B5EF4-FFF2-40B4-BE49-F238E27FC236}">
                      <a16:creationId xmlns:a16="http://schemas.microsoft.com/office/drawing/2014/main" id="{10F1B29E-C007-822F-7D91-9ED825B8000E}"/>
                    </a:ext>
                  </a:extLst>
                </p:cNvPr>
                <p:cNvSpPr/>
                <p:nvPr userDrawn="1"/>
              </p:nvSpPr>
              <p:spPr>
                <a:xfrm>
                  <a:off x="-2709812" y="2787621"/>
                  <a:ext cx="763449" cy="71680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46" name="正方形/長方形 45">
                <a:extLst>
                  <a:ext uri="{FF2B5EF4-FFF2-40B4-BE49-F238E27FC236}">
                    <a16:creationId xmlns:a16="http://schemas.microsoft.com/office/drawing/2014/main" id="{8B0AA1E8-2C46-3E1F-6531-63EFE682182E}"/>
                  </a:ext>
                </a:extLst>
              </p:cNvPr>
              <p:cNvSpPr/>
              <p:nvPr userDrawn="1"/>
            </p:nvSpPr>
            <p:spPr>
              <a:xfrm>
                <a:off x="-1698382" y="-2913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3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游ゴシック Medium"/>
                  <a:ea typeface="游ゴシック Medium"/>
                  <a:cs typeface="+mn-cs"/>
                </a:endParaRPr>
              </a:p>
            </p:txBody>
          </p:sp>
        </p:grpSp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37BE7498-F33A-356E-CEF5-7C9C05E52D16}"/>
                </a:ext>
              </a:extLst>
            </p:cNvPr>
            <p:cNvGrpSpPr/>
            <p:nvPr userDrawn="1"/>
          </p:nvGrpSpPr>
          <p:grpSpPr>
            <a:xfrm>
              <a:off x="-955378" y="-34199"/>
              <a:ext cx="452006" cy="2232435"/>
              <a:chOff x="-955378" y="-34199"/>
              <a:chExt cx="452006" cy="2232435"/>
            </a:xfrm>
          </p:grpSpPr>
          <p:grpSp>
            <p:nvGrpSpPr>
              <p:cNvPr id="52" name="グループ化 51">
                <a:extLst>
                  <a:ext uri="{FF2B5EF4-FFF2-40B4-BE49-F238E27FC236}">
                    <a16:creationId xmlns:a16="http://schemas.microsoft.com/office/drawing/2014/main" id="{9378C161-EDC6-2D3A-276A-2369FDBBA018}"/>
                  </a:ext>
                </a:extLst>
              </p:cNvPr>
              <p:cNvGrpSpPr/>
              <p:nvPr userDrawn="1"/>
            </p:nvGrpSpPr>
            <p:grpSpPr>
              <a:xfrm>
                <a:off x="-955378" y="123410"/>
                <a:ext cx="452006" cy="2074826"/>
                <a:chOff x="-1330808" y="19671"/>
                <a:chExt cx="763449" cy="3504430"/>
              </a:xfrm>
            </p:grpSpPr>
            <p:sp>
              <p:nvSpPr>
                <p:cNvPr id="54" name="正方形/長方形 53">
                  <a:extLst>
                    <a:ext uri="{FF2B5EF4-FFF2-40B4-BE49-F238E27FC236}">
                      <a16:creationId xmlns:a16="http://schemas.microsoft.com/office/drawing/2014/main" id="{A634CFE2-975D-CE1A-0FF6-84E4CD035692}"/>
                    </a:ext>
                  </a:extLst>
                </p:cNvPr>
                <p:cNvSpPr/>
                <p:nvPr userDrawn="1"/>
              </p:nvSpPr>
              <p:spPr>
                <a:xfrm>
                  <a:off x="-1330808" y="19671"/>
                  <a:ext cx="763449" cy="716808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55" name="正方形/長方形 54">
                  <a:extLst>
                    <a:ext uri="{FF2B5EF4-FFF2-40B4-BE49-F238E27FC236}">
                      <a16:creationId xmlns:a16="http://schemas.microsoft.com/office/drawing/2014/main" id="{414ED0BE-A96F-16AA-841E-4E62E286CD5F}"/>
                    </a:ext>
                  </a:extLst>
                </p:cNvPr>
                <p:cNvSpPr/>
                <p:nvPr userDrawn="1"/>
              </p:nvSpPr>
              <p:spPr>
                <a:xfrm>
                  <a:off x="-1330808" y="948878"/>
                  <a:ext cx="763449" cy="716808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56" name="正方形/長方形 55">
                  <a:extLst>
                    <a:ext uri="{FF2B5EF4-FFF2-40B4-BE49-F238E27FC236}">
                      <a16:creationId xmlns:a16="http://schemas.microsoft.com/office/drawing/2014/main" id="{F3749076-C728-8BC0-7533-69438AFD6161}"/>
                    </a:ext>
                  </a:extLst>
                </p:cNvPr>
                <p:cNvSpPr/>
                <p:nvPr userDrawn="1"/>
              </p:nvSpPr>
              <p:spPr>
                <a:xfrm>
                  <a:off x="-1330808" y="1878086"/>
                  <a:ext cx="763449" cy="716808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57" name="正方形/長方形 56">
                  <a:extLst>
                    <a:ext uri="{FF2B5EF4-FFF2-40B4-BE49-F238E27FC236}">
                      <a16:creationId xmlns:a16="http://schemas.microsoft.com/office/drawing/2014/main" id="{519A1ADA-EFC6-EC54-A584-0C3EC6F79E9C}"/>
                    </a:ext>
                  </a:extLst>
                </p:cNvPr>
                <p:cNvSpPr/>
                <p:nvPr userDrawn="1"/>
              </p:nvSpPr>
              <p:spPr>
                <a:xfrm>
                  <a:off x="-1330808" y="2807293"/>
                  <a:ext cx="763449" cy="716808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53" name="正方形/長方形 52">
                <a:extLst>
                  <a:ext uri="{FF2B5EF4-FFF2-40B4-BE49-F238E27FC236}">
                    <a16:creationId xmlns:a16="http://schemas.microsoft.com/office/drawing/2014/main" id="{594E350D-812A-C83F-D2AE-470F3B91EEA3}"/>
                  </a:ext>
                </a:extLst>
              </p:cNvPr>
              <p:cNvSpPr/>
              <p:nvPr userDrawn="1"/>
            </p:nvSpPr>
            <p:spPr>
              <a:xfrm>
                <a:off x="-880704" y="-3419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4</a:t>
                </a:r>
              </a:p>
            </p:txBody>
          </p:sp>
        </p:grpSp>
        <p:grpSp>
          <p:nvGrpSpPr>
            <p:cNvPr id="58" name="グループ化 57">
              <a:extLst>
                <a:ext uri="{FF2B5EF4-FFF2-40B4-BE49-F238E27FC236}">
                  <a16:creationId xmlns:a16="http://schemas.microsoft.com/office/drawing/2014/main" id="{41EA08B1-9AD3-6E4A-5326-4A9C95BCE863}"/>
                </a:ext>
              </a:extLst>
            </p:cNvPr>
            <p:cNvGrpSpPr/>
            <p:nvPr userDrawn="1"/>
          </p:nvGrpSpPr>
          <p:grpSpPr>
            <a:xfrm>
              <a:off x="-2001755" y="2381088"/>
              <a:ext cx="909406" cy="2236157"/>
              <a:chOff x="-2001755" y="2381088"/>
              <a:chExt cx="909406" cy="2236157"/>
            </a:xfrm>
          </p:grpSpPr>
          <p:grpSp>
            <p:nvGrpSpPr>
              <p:cNvPr id="59" name="グループ化 58">
                <a:extLst>
                  <a:ext uri="{FF2B5EF4-FFF2-40B4-BE49-F238E27FC236}">
                    <a16:creationId xmlns:a16="http://schemas.microsoft.com/office/drawing/2014/main" id="{BFD74164-31D1-4C3E-0B2D-83C6C35F6841}"/>
                  </a:ext>
                </a:extLst>
              </p:cNvPr>
              <p:cNvGrpSpPr/>
              <p:nvPr userDrawn="1"/>
            </p:nvGrpSpPr>
            <p:grpSpPr>
              <a:xfrm>
                <a:off x="-1773055" y="2542419"/>
                <a:ext cx="452006" cy="2074826"/>
                <a:chOff x="-1330809" y="3775503"/>
                <a:chExt cx="763449" cy="3504430"/>
              </a:xfrm>
            </p:grpSpPr>
            <p:sp>
              <p:nvSpPr>
                <p:cNvPr id="61" name="正方形/長方形 60">
                  <a:extLst>
                    <a:ext uri="{FF2B5EF4-FFF2-40B4-BE49-F238E27FC236}">
                      <a16:creationId xmlns:a16="http://schemas.microsoft.com/office/drawing/2014/main" id="{8F096219-E83C-2CC8-7948-D46D6AEFB1E8}"/>
                    </a:ext>
                  </a:extLst>
                </p:cNvPr>
                <p:cNvSpPr/>
                <p:nvPr userDrawn="1"/>
              </p:nvSpPr>
              <p:spPr>
                <a:xfrm>
                  <a:off x="-1330809" y="3775503"/>
                  <a:ext cx="763449" cy="716808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62" name="正方形/長方形 61">
                  <a:extLst>
                    <a:ext uri="{FF2B5EF4-FFF2-40B4-BE49-F238E27FC236}">
                      <a16:creationId xmlns:a16="http://schemas.microsoft.com/office/drawing/2014/main" id="{373B9FF0-FF11-AC4A-F5E7-02F757D6685E}"/>
                    </a:ext>
                  </a:extLst>
                </p:cNvPr>
                <p:cNvSpPr/>
                <p:nvPr userDrawn="1"/>
              </p:nvSpPr>
              <p:spPr>
                <a:xfrm>
                  <a:off x="-1330809" y="4704710"/>
                  <a:ext cx="763449" cy="716808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63" name="正方形/長方形 62">
                  <a:extLst>
                    <a:ext uri="{FF2B5EF4-FFF2-40B4-BE49-F238E27FC236}">
                      <a16:creationId xmlns:a16="http://schemas.microsoft.com/office/drawing/2014/main" id="{0A5E5E4D-6967-E631-4B1E-697450DC1156}"/>
                    </a:ext>
                  </a:extLst>
                </p:cNvPr>
                <p:cNvSpPr/>
                <p:nvPr userDrawn="1"/>
              </p:nvSpPr>
              <p:spPr>
                <a:xfrm>
                  <a:off x="-1330809" y="5633918"/>
                  <a:ext cx="763449" cy="716808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64" name="正方形/長方形 63">
                  <a:extLst>
                    <a:ext uri="{FF2B5EF4-FFF2-40B4-BE49-F238E27FC236}">
                      <a16:creationId xmlns:a16="http://schemas.microsoft.com/office/drawing/2014/main" id="{4837D0C0-EBB2-895D-801A-386863D73692}"/>
                    </a:ext>
                  </a:extLst>
                </p:cNvPr>
                <p:cNvSpPr/>
                <p:nvPr userDrawn="1"/>
              </p:nvSpPr>
              <p:spPr>
                <a:xfrm>
                  <a:off x="-1330809" y="6563125"/>
                  <a:ext cx="763449" cy="716808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60" name="正方形/長方形 59">
                <a:extLst>
                  <a:ext uri="{FF2B5EF4-FFF2-40B4-BE49-F238E27FC236}">
                    <a16:creationId xmlns:a16="http://schemas.microsoft.com/office/drawing/2014/main" id="{E105363E-D87F-3EAE-F562-CB7789853B68}"/>
                  </a:ext>
                </a:extLst>
              </p:cNvPr>
              <p:cNvSpPr/>
              <p:nvPr userDrawn="1"/>
            </p:nvSpPr>
            <p:spPr>
              <a:xfrm>
                <a:off x="-2001755" y="2381088"/>
                <a:ext cx="909406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黒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95801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721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17" r:id="rId10"/>
    <p:sldLayoutId id="214748372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00">
          <p15:clr>
            <a:srgbClr val="F26B43"/>
          </p15:clr>
        </p15:guide>
        <p15:guide id="2" pos="512">
          <p15:clr>
            <a:srgbClr val="F26B43"/>
          </p15:clr>
        </p15:guide>
        <p15:guide id="3" pos="7168">
          <p15:clr>
            <a:srgbClr val="F26B43"/>
          </p15:clr>
        </p15:guide>
        <p15:guide id="4" orient="horz" pos="1093">
          <p15:clr>
            <a:srgbClr val="F26B43"/>
          </p15:clr>
        </p15:guide>
        <p15:guide id="5" orient="horz" pos="3914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Claude Code / Cowork と周辺ツールの位置づけ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出典：各社公式ドキュメント（Anthropic / Microsoft Learn / OpenAI / Google）・2026-10時点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Microsoft 365 Copilot との補完から、Claude Cowork と Claude Code の使い分けへ。競合ツールは参考として整理します。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AIエージェントの地図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Microsoft 365 Copilot と Claude Cowork の住み分け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" y="1024128"/>
            <a:ext cx="10561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似た作業はどちらもできます。差が出るのは、仕事の“難所”がどちらの強みに当たるかです。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3816" y="1481328"/>
          <a:ext cx="1056132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4526280"/>
                <a:gridCol w="4114800"/>
              </a:tblGrid>
              <a:tr h="49377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観点</a:t>
                      </a:r>
                    </a:p>
                  </a:txBody>
                  <a:tcPr marL="91440" marR="91440" marT="45720" marB="45720" anchor="ctr">
                    <a:solidFill>
                      <a:srgbClr val="003D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Microsoft 365 Copilot（自社Cowork/Code含む）</a:t>
                      </a:r>
                    </a:p>
                  </a:txBody>
                  <a:tcPr marL="91440" marR="91440" marT="45720" marB="45720" anchor="ctr">
                    <a:solidFill>
                      <a:srgbClr val="003D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Claude Cowork</a:t>
                      </a:r>
                    </a:p>
                  </a:txBody>
                  <a:tcPr marL="91440" marR="91440" marT="45720" marB="45720" anchor="ctr">
                    <a:solidFill>
                      <a:srgbClr val="003D86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得意（強み）</a:t>
                      </a:r>
                    </a:p>
                  </a:txBody>
                  <a:tcPr marL="91440" marR="91440" marT="45720" marB="45720" anchor="ctr">
                    <a:solidFill>
                      <a:srgbClr val="EAF1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自社データへの接続・統合</a:t>
                      </a:r>
                    </a:p>
                  </a:txBody>
                  <a:tcPr marL="91440" marR="91440" marT="45720" marB="45720" anchor="ctr">
                    <a:solidFill>
                      <a:srgbClr val="EAF1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自律実行の深さと柔軟性</a:t>
                      </a:r>
                    </a:p>
                  </a:txBody>
                  <a:tcPr marL="91440" marR="91440" marT="45720" marB="45720" anchor="ctr">
                    <a:solidFill>
                      <a:srgbClr val="EAF1F9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どこから使う</a:t>
                      </a:r>
                    </a:p>
                  </a:txBody>
                  <a:tcPr marL="91440" marR="91440" marT="45720" marB="45720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Teams・Outlook・Word など使い慣れた製品の中から呼び出す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専用アプリ（独立した作業環境）で使う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データへの接続</a:t>
                      </a:r>
                    </a:p>
                  </a:txBody>
                  <a:tcPr marL="91440" marR="91440" marT="45720" marB="45720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自社テナント(Graph / Work IQ)を自動参照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渡したフォルダ＋Web＋外部ツール(MCP)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向いている仕事</a:t>
                      </a:r>
                    </a:p>
                  </a:txBody>
                  <a:tcPr marL="91440" marR="91440" marT="45720" marB="45720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社内情報を使った要約・下書き・分析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多段処理・データ加工・独自成果物づくり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13816" y="4114800"/>
            <a:ext cx="10561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3D86"/>
                </a:solidFill>
                <a:latin typeface="游ゴシック Medium"/>
                <a:ea typeface="游ゴシック Medium"/>
                <a:cs typeface="游ゴシック Medium"/>
              </a:rPr>
              <a:t>例：</a:t>
            </a:r>
            <a:r>
              <a:rPr sz="13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「競合3社の決算を比べたい」→ 社内に資料があれば Copilot で要約。公開データやCSVから作るなら Cowork が取得・解析してダッシュボード化。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5029200"/>
            <a:ext cx="10561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3D86"/>
                </a:solidFill>
                <a:latin typeface="游ゴシック Medium"/>
                <a:ea typeface="游ゴシック Medium"/>
                <a:cs typeface="游ゴシック Medium"/>
              </a:rPr>
              <a:t>注意：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統治は Copilot が M365準拠、Cowork は権限確認・フォルダ単位の制限。両者とも自律エージェント機能を持ち、「Cowork」は両社が使う名称です。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Copilotを使っている人が Claude Cowork を足す理由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" y="1024128"/>
            <a:ext cx="10561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置き換えではなく役割分担です。CopilotだけではカバーしにくいデータやタスクをClaude Coworkが担います。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" y="1636776"/>
            <a:ext cx="137160" cy="137160"/>
          </a:xfrm>
          <a:prstGeom prst="rect">
            <a:avLst/>
          </a:prstGeom>
          <a:solidFill>
            <a:srgbClr val="005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155448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03D86"/>
                </a:solidFill>
                <a:latin typeface="游ゴシック Medium"/>
                <a:ea typeface="游ゴシック Medium"/>
                <a:cs typeface="游ゴシック Medium"/>
              </a:rPr>
              <a:t>社外・非Officeのデータも扱える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" y="1929384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M365テナントの外にあるデータや形式（社外の公開データ・他システムのCSVなど）も直接処理できます。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816" y="2478024"/>
            <a:ext cx="137160" cy="137160"/>
          </a:xfrm>
          <a:prstGeom prst="rect">
            <a:avLst/>
          </a:prstGeom>
          <a:solidFill>
            <a:srgbClr val="005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2395728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03D86"/>
                </a:solidFill>
                <a:latin typeface="游ゴシック Medium"/>
                <a:ea typeface="游ゴシック Medium"/>
                <a:cs typeface="游ゴシック Medium"/>
              </a:rPr>
              <a:t>成果物の自由度が高い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2770632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Office文書に限らず、独自のツールやHTMLダッシュボードなどを生成できます。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" y="3319272"/>
            <a:ext cx="137160" cy="137160"/>
          </a:xfrm>
          <a:prstGeom prst="rect">
            <a:avLst/>
          </a:prstGeom>
          <a:solidFill>
            <a:srgbClr val="005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3236976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03D86"/>
                </a:solidFill>
                <a:latin typeface="游ゴシック Medium"/>
                <a:ea typeface="游ゴシック Medium"/>
                <a:cs typeface="游ゴシック Medium"/>
              </a:rPr>
              <a:t>タスクを丸ごと自律実行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3611879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複数ステップを計画して実行し、外部ツール(MCP)やコード実行まで任せられます。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" y="4160520"/>
            <a:ext cx="137160" cy="137160"/>
          </a:xfrm>
          <a:prstGeom prst="rect">
            <a:avLst/>
          </a:prstGeom>
          <a:solidFill>
            <a:srgbClr val="005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856" y="407822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03D86"/>
                </a:solidFill>
                <a:latin typeface="游ゴシック Medium"/>
                <a:ea typeface="游ゴシック Medium"/>
                <a:cs typeface="游ゴシック Medium"/>
              </a:rPr>
              <a:t>範囲を絞って導入できる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4453128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フォルダ制限や権限確認で、使える範囲を限定して導入できます（Bedrock等のクラウドにも対応）。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" y="5120640"/>
            <a:ext cx="10561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3D86"/>
                </a:solidFill>
                <a:latin typeface="游ゴシック Medium"/>
                <a:ea typeface="游ゴシック Medium"/>
                <a:cs typeface="游ゴシック Medium"/>
              </a:rPr>
              <a:t>ポイント：</a:t>
            </a:r>
            <a:r>
              <a:rPr sz="14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CopilotはOfficeの中と自社データに強く、Coworkはその範囲外のデータやタスクを担当します（補完の関係）。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Claude Cowork と Claude Code の使い分け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" y="1024128"/>
            <a:ext cx="10561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できること自体は同じClaudeでほぼ共通（MCP・コード実行・デスクトップアプリもどちらにもあります）。違いは“何に向くか・誰向けか”です。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" y="1783080"/>
            <a:ext cx="519379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" y="2011680"/>
            <a:ext cx="4645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Claude Cowork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" y="2441448"/>
            <a:ext cx="4645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一般業務むけ（コード不要）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2862072"/>
            <a:ext cx="464515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業務ユーザー（非エンジニア）向け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文書・スライド・表づくり、調査・データ整理に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デスクトップアプリ/Webで対話しながら使う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コードやコマンドを書かなくてよい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1344" y="1783080"/>
            <a:ext cx="519379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2011680"/>
            <a:ext cx="4645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41448"/>
            <a:ext cx="4645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ソフトウェア開発むけ（エンジニア）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862072"/>
            <a:ext cx="464515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エンジニア・開発者向け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コードを書く・動かす・テストして自分で直す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実際のプロジェクトの中で作業（git・ビルド・CI）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ターミナル(CLI)やIDEからも使える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4709160"/>
            <a:ext cx="10561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03D86"/>
                </a:solidFill>
                <a:latin typeface="游ゴシック Medium"/>
                <a:ea typeface="游ゴシック Medium"/>
                <a:cs typeface="游ゴシック Medium"/>
              </a:rPr>
              <a:t>使い分け：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・コーディングは不要で、日常業務のタスク（調査・資料・データ整理）を任せたいとき → Claude Cowork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・コードやCLIで作り込み・自動化・リポジトリ操作をしたいとき → Claude 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【参考】Claude Code と同じ土俵の競合ツール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" y="1024128"/>
            <a:ext cx="10561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Claude Code と同じ土俵のツール。ターミナル(CLI)からコードやファイルを自律操作して開発を進めます。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" y="1600200"/>
            <a:ext cx="33467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1819656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22037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Anthropic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587752"/>
            <a:ext cx="28346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形態：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CLI＋デスクトップの自律型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モデル：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Claude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特徴：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スキルやMCPで拡張できる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1124" y="1600200"/>
            <a:ext cx="33467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7156" y="1819656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OpenAI Codex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156" y="22037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OpenAI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7156" y="2587752"/>
            <a:ext cx="28346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形態：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CLI(OSS)＋クラウド＋IDE拡張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モデル：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GPT-5-codex 系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特徴：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ローカルとクラウドを行き来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28432" y="1600200"/>
            <a:ext cx="33467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1819656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Gemini 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2037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Google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587752"/>
            <a:ext cx="28346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形態：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OSSのターミナル型エージェント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モデル：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Gemini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特徴：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後継のAntigravity CLIへ移行中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" y="4663440"/>
            <a:ext cx="10561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3D86"/>
                </a:solidFill>
                <a:latin typeface="游ゴシック Medium"/>
                <a:ea typeface="游ゴシック Medium"/>
                <a:cs typeface="游ゴシック Medium"/>
              </a:rPr>
              <a:t>選ぶ基準：</a:t>
            </a:r>
            <a:r>
              <a:rPr sz="14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モデル品質・既存エコシステム・社内方針で決めます。用途が重なるため、基本はどれか1つを選びます。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住み分けの一言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572768"/>
            <a:ext cx="137160" cy="137160"/>
          </a:xfrm>
          <a:prstGeom prst="rect">
            <a:avLst/>
          </a:prstGeom>
          <a:solidFill>
            <a:srgbClr val="005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" y="150876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既存のMicrosoft世界に根ざし、社内データを自動で活用したいとき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→ Microsoft 365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" y="2578608"/>
            <a:ext cx="137160" cy="137160"/>
          </a:xfrm>
          <a:prstGeom prst="rect">
            <a:avLst/>
          </a:prstGeom>
          <a:solidFill>
            <a:srgbClr val="005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" y="25146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特定のデータや外部ツールを、独立した環境で完結させたいとき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→ Claude Cowork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816" y="3584448"/>
            <a:ext cx="137160" cy="137160"/>
          </a:xfrm>
          <a:prstGeom prst="rect">
            <a:avLst/>
          </a:prstGeom>
          <a:solidFill>
            <a:srgbClr val="005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52044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コードを書く・自動化するなど開発そのものを任せたいとき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→ Claude Code / OpenAI Codex / Gemini CLI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4846320"/>
            <a:ext cx="10561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3D86"/>
                </a:solidFill>
                <a:latin typeface="游ゴシック Medium"/>
                <a:ea typeface="游ゴシック Medium"/>
                <a:cs typeface="游ゴシック Medium"/>
              </a:rPr>
              <a:t>注意：</a:t>
            </a:r>
            <a:r>
              <a:rPr sz="13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「Cowork」は両社が使う名称です。CopilotもClaudeを利用でき、モデルの違いより「どこに根ざすか」で選びます。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5_White_ver.1">
  <a:themeElements>
    <a:clrScheme name="ユーザー定義 59">
      <a:dk1>
        <a:srgbClr val="003D86"/>
      </a:dk1>
      <a:lt1>
        <a:srgbClr val="FFFFFF"/>
      </a:lt1>
      <a:dk2>
        <a:srgbClr val="003D86"/>
      </a:dk2>
      <a:lt2>
        <a:srgbClr val="000000"/>
      </a:lt2>
      <a:accent1>
        <a:srgbClr val="005CCA"/>
      </a:accent1>
      <a:accent2>
        <a:srgbClr val="01B1C9"/>
      </a:accent2>
      <a:accent3>
        <a:srgbClr val="009244"/>
      </a:accent3>
      <a:accent4>
        <a:srgbClr val="FFFF00"/>
      </a:accent4>
      <a:accent5>
        <a:srgbClr val="E80000"/>
      </a:accent5>
      <a:accent6>
        <a:srgbClr val="000000"/>
      </a:accent6>
      <a:hlink>
        <a:srgbClr val="4C8DDA"/>
      </a:hlink>
      <a:folHlink>
        <a:srgbClr val="98BEE9"/>
      </a:folHlink>
    </a:clrScheme>
    <a:fontScheme name="ユーザー定義 1">
      <a:majorFont>
        <a:latin typeface="游ゴシック Medium"/>
        <a:ea typeface="游ゴシック Medium"/>
        <a:cs typeface=""/>
      </a:majorFont>
      <a:minorFont>
        <a:latin typeface="游ゴシック Medium"/>
        <a:ea typeface="游ゴシック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 kumimoji="1" dirty="0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CAA98F3332D97A45A4456E8DA039AEBC" ma:contentTypeVersion="12" ma:contentTypeDescription="新しいドキュメントを作成します。" ma:contentTypeScope="" ma:versionID="a9dd5d2222e388c7d315e043965fb87e">
  <xsd:schema xmlns:xsd="http://www.w3.org/2001/XMLSchema" xmlns:xs="http://www.w3.org/2001/XMLSchema" xmlns:p="http://schemas.microsoft.com/office/2006/metadata/properties" xmlns:ns2="768ecba8-f556-413e-93cf-a669b10e85e2" xmlns:ns3="5d54735c-8563-480c-aa17-13e507c6fcf6" targetNamespace="http://schemas.microsoft.com/office/2006/metadata/properties" ma:root="true" ma:fieldsID="3be956df6bb9cabc9cd1a95b5e82f7fe" ns2:_="" ns3:_="">
    <xsd:import namespace="768ecba8-f556-413e-93cf-a669b10e85e2"/>
    <xsd:import namespace="5d54735c-8563-480c-aa17-13e507c6fcf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8ecba8-f556-413e-93cf-a669b10e85e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画像タグ" ma:readOnly="false" ma:fieldId="{5cf76f15-5ced-4ddc-b409-7134ff3c332f}" ma:taxonomyMulti="true" ma:sspId="6bc6290a-8cd6-4a27-9e67-61465016fcd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54735c-8563-480c-aa17-13e507c6fcf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a389499-0d15-4af5-a8f8-3328c899a89d}" ma:internalName="TaxCatchAll" ma:showField="CatchAllData" ma:web="5d54735c-8563-480c-aa17-13e507c6fcf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d54735c-8563-480c-aa17-13e507c6fcf6" xsi:nil="true"/>
    <lcf76f155ced4ddcb4097134ff3c332f xmlns="768ecba8-f556-413e-93cf-a669b10e85e2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C297DEA-7133-44D9-8C5E-398C1765FB91}"/>
</file>

<file path=customXml/itemProps2.xml><?xml version="1.0" encoding="utf-8"?>
<ds:datastoreItem xmlns:ds="http://schemas.openxmlformats.org/officeDocument/2006/customXml" ds:itemID="{3FFB5523-FEB7-4908-9109-C2FCB7452423}">
  <ds:schemaRefs>
    <ds:schemaRef ds:uri="http://schemas.microsoft.com/office/2006/metadata/properties"/>
    <ds:schemaRef ds:uri="http://purl.org/dc/terms/"/>
    <ds:schemaRef ds:uri="5d54735c-8563-480c-aa17-13e507c6fcf6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768ecba8-f556-413e-93cf-a669b10e85e2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458AE83B-8FBF-46E4-95C5-6FC34C17626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1617</TotalTime>
  <Words>634</Words>
  <Application>Microsoft Office PowerPoint</Application>
  <PresentationFormat>Widescreen</PresentationFormat>
  <Paragraphs>451</Paragraphs>
  <Slides>21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2025_White_ver.1</vt:lpstr>
      <vt:lpstr>テキストサンプル</vt:lpstr>
      <vt:lpstr>目次</vt:lpstr>
      <vt:lpstr>テキストサンプル</vt:lpstr>
      <vt:lpstr>テキストサンプル</vt:lpstr>
      <vt:lpstr>テキストサンプル</vt:lpstr>
      <vt:lpstr>PowerPoint Presentation</vt:lpstr>
      <vt:lpstr>PowerPoint Presentation</vt:lpstr>
      <vt:lpstr>パーツ集</vt:lpstr>
      <vt:lpstr>矢印01</vt:lpstr>
      <vt:lpstr>矢印02</vt:lpstr>
      <vt:lpstr>表01</vt:lpstr>
      <vt:lpstr>表02</vt:lpstr>
      <vt:lpstr>表03</vt:lpstr>
      <vt:lpstr>表04</vt:lpstr>
      <vt:lpstr>ガントチャート</vt:lpstr>
      <vt:lpstr>時系列</vt:lpstr>
      <vt:lpstr>テキストボックス01</vt:lpstr>
      <vt:lpstr>テキストボックス02</vt:lpstr>
      <vt:lpstr>テキストボックス03</vt:lpstr>
      <vt:lpstr>組織図</vt:lpstr>
      <vt:lpstr>アイコン集（Insight Engineからダウンロード可能）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Yuma Mitsui</dc:creator>
  <cp:lastModifiedBy>杉村　麻記子</cp:lastModifiedBy>
  <cp:revision>48</cp:revision>
  <dcterms:created xsi:type="dcterms:W3CDTF">2025-02-21T11:36:23Z</dcterms:created>
  <dcterms:modified xsi:type="dcterms:W3CDTF">2025-10-06T00:33:21Z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abb27ca-7868-470c-8d5b-74df37759162_Enabled">
    <vt:lpwstr>true</vt:lpwstr>
  </property>
  <property fmtid="{D5CDD505-2E9C-101B-9397-08002B2CF9AE}" pid="3" name="MSIP_Label_babb27ca-7868-470c-8d5b-74df37759162_SetDate">
    <vt:lpwstr>2025-02-26T05:21:00Z</vt:lpwstr>
  </property>
  <property fmtid="{D5CDD505-2E9C-101B-9397-08002B2CF9AE}" pid="4" name="MSIP_Label_babb27ca-7868-470c-8d5b-74df37759162_Method">
    <vt:lpwstr>Privileged</vt:lpwstr>
  </property>
  <property fmtid="{D5CDD505-2E9C-101B-9397-08002B2CF9AE}" pid="5" name="MSIP_Label_babb27ca-7868-470c-8d5b-74df37759162_Name">
    <vt:lpwstr>babb27ca-7868-470c-8d5b-74df37759162</vt:lpwstr>
  </property>
  <property fmtid="{D5CDD505-2E9C-101B-9397-08002B2CF9AE}" pid="6" name="MSIP_Label_babb27ca-7868-470c-8d5b-74df37759162_SiteId">
    <vt:lpwstr>bdda4ca5-4ffd-4f47-9e0d-ce56ad194b37</vt:lpwstr>
  </property>
  <property fmtid="{D5CDD505-2E9C-101B-9397-08002B2CF9AE}" pid="7" name="MSIP_Label_babb27ca-7868-470c-8d5b-74df37759162_ActionId">
    <vt:lpwstr>409e75ba-ed6c-46ec-8ac8-331d2d64c1ff</vt:lpwstr>
  </property>
  <property fmtid="{D5CDD505-2E9C-101B-9397-08002B2CF9AE}" pid="8" name="MSIP_Label_babb27ca-7868-470c-8d5b-74df37759162_ContentBits">
    <vt:lpwstr>0</vt:lpwstr>
  </property>
  <property fmtid="{D5CDD505-2E9C-101B-9397-08002B2CF9AE}" pid="9" name="ContentTypeId">
    <vt:lpwstr>0x010100CAA98F3332D97A45A4456E8DA039AEBC</vt:lpwstr>
  </property>
  <property fmtid="{D5CDD505-2E9C-101B-9397-08002B2CF9AE}" pid="10" name="MediaServiceImageTags">
    <vt:lpwstr/>
  </property>
</Properties>
</file>