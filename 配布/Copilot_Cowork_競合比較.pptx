
<file path=[Content_Types].xml><?xml version="1.0" encoding="utf-8"?>
<Types xmlns="http://schemas.openxmlformats.org/package/2006/content-types">
  <Default Extension="jpeg" ContentType="image/jpeg"/>
  <Default Extension="jpg" ContentType="image/jpeg"/>
  <Default Extension="png" ContentType="image/png"/>
  <Default Extension="rels" ContentType="application/vnd.openxmlformats-package.relationships+xml"/>
  <Default Extension="xml" ContentType="application/xml"/>
  <Override PartName="/customXml/itemProps1.xml" ContentType="application/vnd.openxmlformats-officedocument.customXmlProperties+xml"/>
  <Override PartName="/customXml/itemProps2.xml" ContentType="application/vnd.openxmlformats-officedocument.customXmlProperties+xml"/>
  <Override PartName="/customXml/itemProps3.xml" ContentType="application/vnd.openxmlformats-officedocument.customXmlProperties+xml"/>
  <Override PartName="/docProps/app.xml" ContentType="application/vnd.openxmlformats-officedocument.extended-properti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changesInfos/changesInfo1.xml" ContentType="application/vnd.ms-powerpoint.changesinfo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Relationship Id="rId5" Type="http://schemas.openxmlformats.org/officeDocument/2006/relationships/custom-properties" Target="docProps/custom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95" r:id="rId4"/>
  </p:sldMasterIdLst>
  <p:notesMasterIdLst>
    <p:notesMasterId r:id="rId26"/>
  </p:notesMasterIdLst>
  <p:sldIdLst>
    <p:sldId id="256" r:id="rId32"/>
    <p:sldId id="257" r:id="rId33"/>
    <p:sldId id="258" r:id="rId34"/>
    <p:sldId id="259" r:id="rId35"/>
    <p:sldId id="260" r:id="rId36"/>
    <p:sldId id="261" r:id="rId37"/>
  </p:sldIdLst>
  <p:sldSz cx="12192000" cy="6858000"/>
  <p:notesSz cx="6858000" cy="9144000"/>
  <p:defaultTextStyle>
    <a:defPPr>
      <a:defRPr lang="ja-JP"/>
    </a:defPPr>
    <a:lvl1pPr marL="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E80000"/>
    <a:srgbClr val="FFFF00"/>
    <a:srgbClr val="009244"/>
    <a:srgbClr val="01B1C9"/>
    <a:srgbClr val="003D86"/>
    <a:srgbClr val="CACACA"/>
    <a:srgbClr val="013C85"/>
    <a:srgbClr val="005CCA"/>
    <a:srgbClr val="99BEEA"/>
    <a:srgbClr val="4C8DDA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中間スタイル 2 - アクセント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9561" autoAdjust="0"/>
    <p:restoredTop sz="96115" autoAdjust="0"/>
  </p:normalViewPr>
  <p:slideViewPr>
    <p:cSldViewPr snapToGrid="0">
      <p:cViewPr varScale="1">
        <p:scale>
          <a:sx n="83" d="100"/>
          <a:sy n="83" d="100"/>
        </p:scale>
        <p:origin x="1426" y="288"/>
      </p:cViewPr>
      <p:guideLst/>
    </p:cSldViewPr>
  </p:slideViewPr>
  <p:outlineViewPr>
    <p:cViewPr>
      <p:scale>
        <a:sx n="33" d="100"/>
        <a:sy n="33" d="100"/>
      </p:scale>
      <p:origin x="0" y="-8580"/>
    </p:cViewPr>
  </p:outlineViewPr>
  <p:notesTextViewPr>
    <p:cViewPr>
      <p:scale>
        <a:sx n="1" d="1"/>
        <a:sy n="1" d="1"/>
      </p:scale>
      <p:origin x="0" y="0"/>
    </p:cViewPr>
  </p:notesTextViewPr>
  <p:sorterViewPr>
    <p:cViewPr>
      <p:scale>
        <a:sx n="100" d="100"/>
        <a:sy n="100" d="100"/>
      </p:scale>
      <p:origin x="0" y="0"/>
    </p:cViewPr>
  </p:sorterViewPr>
  <p:gridSpacing cx="72008" cy="72008"/>
</p:viewPr>
</file>

<file path=ppt/_rels/presentation.xml.rels><?xml version="1.0" encoding="utf-8"?><Relationships xmlns="http://schemas.openxmlformats.org/package/2006/relationships"><Relationship Id="rId1" Type="http://schemas.openxmlformats.org/officeDocument/2006/relationships/customXml" Target="../customXml/item1.xml"/><Relationship Id="rId2" Type="http://schemas.openxmlformats.org/officeDocument/2006/relationships/customXml" Target="../customXml/item2.xml"/><Relationship Id="rId3" Type="http://schemas.openxmlformats.org/officeDocument/2006/relationships/customXml" Target="../customXml/item3.xml"/><Relationship Id="rId4" Type="http://schemas.openxmlformats.org/officeDocument/2006/relationships/slideMaster" Target="slideMasters/slideMaster1.xml"/><Relationship Id="rId5" Type="http://schemas.openxmlformats.org/officeDocument/2006/relationships/slide" Target="slides/slide1.xml"/><Relationship Id="rId6" Type="http://schemas.openxmlformats.org/officeDocument/2006/relationships/slide" Target="slides/slide2.xml"/><Relationship Id="rId7" Type="http://schemas.openxmlformats.org/officeDocument/2006/relationships/slide" Target="slides/slide3.xml"/><Relationship Id="rId8" Type="http://schemas.openxmlformats.org/officeDocument/2006/relationships/slide" Target="slides/slide4.xml"/><Relationship Id="rId9" Type="http://schemas.openxmlformats.org/officeDocument/2006/relationships/slide" Target="slides/slide5.xml"/><Relationship Id="rId10" Type="http://schemas.openxmlformats.org/officeDocument/2006/relationships/slide" Target="slides/slide6.xml"/><Relationship Id="rId26" Type="http://schemas.openxmlformats.org/officeDocument/2006/relationships/notesMaster" Target="notesMasters/notesMaster1.xml"/><Relationship Id="rId27" Type="http://schemas.openxmlformats.org/officeDocument/2006/relationships/presProps" Target="presProps.xml"/><Relationship Id="rId28" Type="http://schemas.openxmlformats.org/officeDocument/2006/relationships/viewProps" Target="viewProps.xml"/><Relationship Id="rId29" Type="http://schemas.openxmlformats.org/officeDocument/2006/relationships/theme" Target="theme/theme1.xml"/><Relationship Id="rId30" Type="http://schemas.openxmlformats.org/officeDocument/2006/relationships/tableStyles" Target="tableStyles.xml"/><Relationship Id="rId31" Type="http://schemas.microsoft.com/office/2016/11/relationships/changesInfo" Target="changesInfos/changesInfo1.xml"/><Relationship Id="rId32" Type="http://schemas.openxmlformats.org/officeDocument/2006/relationships/slide" Target="slides/slide1.xml"/><Relationship Id="rId33" Type="http://schemas.openxmlformats.org/officeDocument/2006/relationships/slide" Target="slides/slide2.xml"/><Relationship Id="rId34" Type="http://schemas.openxmlformats.org/officeDocument/2006/relationships/slide" Target="slides/slide3.xml"/><Relationship Id="rId35" Type="http://schemas.openxmlformats.org/officeDocument/2006/relationships/slide" Target="slides/slide4.xml"/><Relationship Id="rId36" Type="http://schemas.openxmlformats.org/officeDocument/2006/relationships/slide" Target="slides/slide5.xml"/><Relationship Id="rId37" Type="http://schemas.openxmlformats.org/officeDocument/2006/relationships/slide" Target="slides/slide6.xml"/></Relationships>
</file>

<file path=ppt/changesInfos/changesInfo1.xml><?xml version="1.0" encoding="utf-8"?>
<pc:chgInfo xmlns:a="http://schemas.openxmlformats.org/drawingml/2006/main" xmlns:r="http://schemas.openxmlformats.org/officeDocument/2006/relationships" xmlns:ac="http://schemas.microsoft.com/office/drawing/2013/main/command" xmlns:pc="http://schemas.microsoft.com/office/powerpoint/2013/main/command">
  <pc:docChgLst>
    <pc:chgData name="杉村　麻記子" userId="7b6cb1e1-ca39-4bf7-a670-9ae758fae17a" providerId="ADAL" clId="{67970DCB-519A-4635-A8CB-5DD653ABF138}"/>
    <pc:docChg chg="custSel addSld delSld modSld">
      <pc:chgData name="杉村　麻記子" userId="7b6cb1e1-ca39-4bf7-a670-9ae758fae17a" providerId="ADAL" clId="{67970DCB-519A-4635-A8CB-5DD653ABF138}" dt="2025-10-03T07:47:21.627" v="386" actId="3626"/>
      <pc:docMkLst>
        <pc:docMk/>
      </pc:docMkLst>
      <pc:sldChg chg="addSp modSp mod">
        <pc:chgData name="杉村　麻記子" userId="7b6cb1e1-ca39-4bf7-a670-9ae758fae17a" providerId="ADAL" clId="{67970DCB-519A-4635-A8CB-5DD653ABF138}" dt="2025-10-03T07:09:21.687" v="384" actId="6549"/>
        <pc:sldMkLst>
          <pc:docMk/>
          <pc:sldMk cId="287944165" sldId="326"/>
        </pc:sldMkLst>
        <pc:spChg chg="mod">
          <ac:chgData name="杉村　麻記子" userId="7b6cb1e1-ca39-4bf7-a670-9ae758fae17a" providerId="ADAL" clId="{67970DCB-519A-4635-A8CB-5DD653ABF138}" dt="2025-10-03T06:58:37.833" v="17" actId="20577"/>
          <ac:spMkLst>
            <pc:docMk/>
            <pc:sldMk cId="287944165" sldId="326"/>
            <ac:spMk id="3" creationId="{8EE5B39A-10E4-F34B-557A-8C8D0E1E21D7}"/>
          </ac:spMkLst>
        </pc:spChg>
        <pc:spChg chg="add mod">
          <ac:chgData name="杉村　麻記子" userId="7b6cb1e1-ca39-4bf7-a670-9ae758fae17a" providerId="ADAL" clId="{67970DCB-519A-4635-A8CB-5DD653ABF138}" dt="2025-10-03T07:09:21.687" v="384" actId="6549"/>
          <ac:spMkLst>
            <pc:docMk/>
            <pc:sldMk cId="287944165" sldId="326"/>
            <ac:spMk id="4" creationId="{B7BF482B-07BF-EBBE-0143-55066F0FA7AB}"/>
          </ac:spMkLst>
        </pc:spChg>
      </pc:sldChg>
      <pc:sldChg chg="addSp delSp modSp new mod">
        <pc:chgData name="杉村　麻記子" userId="7b6cb1e1-ca39-4bf7-a670-9ae758fae17a" providerId="ADAL" clId="{67970DCB-519A-4635-A8CB-5DD653ABF138}" dt="2025-10-03T07:47:21.627" v="386" actId="3626"/>
        <pc:sldMkLst>
          <pc:docMk/>
          <pc:sldMk cId="2398358988" sldId="341"/>
        </pc:sldMkLst>
        <pc:spChg chg="mod">
          <ac:chgData name="杉村　麻記子" userId="7b6cb1e1-ca39-4bf7-a670-9ae758fae17a" providerId="ADAL" clId="{67970DCB-519A-4635-A8CB-5DD653ABF138}" dt="2025-10-03T07:06:23.348" v="160" actId="20577"/>
          <ac:spMkLst>
            <pc:docMk/>
            <pc:sldMk cId="2398358988" sldId="341"/>
            <ac:spMk id="3" creationId="{D1011B48-B052-E9D2-8267-411A5CD46A04}"/>
          </ac:spMkLst>
        </pc:spChg>
        <pc:spChg chg="add mod">
          <ac:chgData name="杉村　麻記子" userId="7b6cb1e1-ca39-4bf7-a670-9ae758fae17a" providerId="ADAL" clId="{67970DCB-519A-4635-A8CB-5DD653ABF138}" dt="2025-10-03T07:07:58.288" v="204" actId="113"/>
          <ac:spMkLst>
            <pc:docMk/>
            <pc:sldMk cId="2398358988" sldId="341"/>
            <ac:spMk id="17" creationId="{0DBB36B9-921A-FC27-348A-19BA2026CAAB}"/>
          </ac:spMkLst>
        </pc:spChg>
        <pc:picChg chg="add mod">
          <ac:chgData name="杉村　麻記子" userId="7b6cb1e1-ca39-4bf7-a670-9ae758fae17a" providerId="ADAL" clId="{67970DCB-519A-4635-A8CB-5DD653ABF138}" dt="2025-10-03T07:47:21.627" v="386" actId="3626"/>
          <ac:picMkLst>
            <pc:docMk/>
            <pc:sldMk cId="2398358988" sldId="341"/>
            <ac:picMk id="4" creationId="{C7BFFC80-A77E-A68C-D106-D9DA902C055C}"/>
          </ac:picMkLst>
        </pc:picChg>
        <pc:picChg chg="add mod">
          <ac:chgData name="杉村　麻記子" userId="7b6cb1e1-ca39-4bf7-a670-9ae758fae17a" providerId="ADAL" clId="{67970DCB-519A-4635-A8CB-5DD653ABF138}" dt="2025-10-03T07:06:58.863" v="177" actId="1076"/>
          <ac:picMkLst>
            <pc:docMk/>
            <pc:sldMk cId="2398358988" sldId="341"/>
            <ac:picMk id="5" creationId="{0CEDB5D8-C612-17A6-50AC-E73030DBEF27}"/>
          </ac:picMkLst>
        </pc:picChg>
        <pc:picChg chg="add mod">
          <ac:chgData name="杉村　麻記子" userId="7b6cb1e1-ca39-4bf7-a670-9ae758fae17a" providerId="ADAL" clId="{67970DCB-519A-4635-A8CB-5DD653ABF138}" dt="2025-10-03T07:07:01.304" v="178" actId="1076"/>
          <ac:picMkLst>
            <pc:docMk/>
            <pc:sldMk cId="2398358988" sldId="341"/>
            <ac:picMk id="6" creationId="{4D45F399-E19B-737B-865A-9214378E4312}"/>
          </ac:picMkLst>
        </pc:picChg>
        <pc:picChg chg="add mod">
          <ac:chgData name="杉村　麻記子" userId="7b6cb1e1-ca39-4bf7-a670-9ae758fae17a" providerId="ADAL" clId="{67970DCB-519A-4635-A8CB-5DD653ABF138}" dt="2025-10-03T07:06:52.849" v="174" actId="1076"/>
          <ac:picMkLst>
            <pc:docMk/>
            <pc:sldMk cId="2398358988" sldId="341"/>
            <ac:picMk id="8" creationId="{F41F6C8F-86E2-1785-B82D-88DEAA941C1A}"/>
          </ac:picMkLst>
        </pc:picChg>
        <pc:picChg chg="add mod">
          <ac:chgData name="杉村　麻記子" userId="7b6cb1e1-ca39-4bf7-a670-9ae758fae17a" providerId="ADAL" clId="{67970DCB-519A-4635-A8CB-5DD653ABF138}" dt="2025-10-03T07:06:55.767" v="176" actId="14100"/>
          <ac:picMkLst>
            <pc:docMk/>
            <pc:sldMk cId="2398358988" sldId="341"/>
            <ac:picMk id="9" creationId="{84DFE333-7961-B5F8-1FD3-B7C38A925CDB}"/>
          </ac:picMkLst>
        </pc:picChg>
      </pc:sldChg>
    </pc:docChg>
  </pc:docChgLst>
</pc:chgInfo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ヘッダー プレースホルダー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kumimoji="1" lang="ja-JP" altLang="en-US"/>
          </a:p>
        </p:txBody>
      </p:sp>
      <p:sp>
        <p:nvSpPr>
          <p:cNvPr id="3" name="日付プレースホルダー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C5BB469-E51E-4C58-A21C-1B1609F21C19}" type="datetimeFigureOut">
              <a:rPr kumimoji="1" lang="ja-JP" altLang="en-US" smtClean="0"/>
              <a:t>2025/10/5</a:t>
            </a:fld>
            <a:endParaRPr kumimoji="1" lang="ja-JP" altLang="en-US"/>
          </a:p>
        </p:txBody>
      </p:sp>
      <p:sp>
        <p:nvSpPr>
          <p:cNvPr id="4" name="スライド イメージ プレースホルダー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ja-JP" altLang="en-US"/>
          </a:p>
        </p:txBody>
      </p:sp>
      <p:sp>
        <p:nvSpPr>
          <p:cNvPr id="5" name="ノート プレースホルダー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kumimoji="1" lang="ja-JP" altLang="en-US"/>
              <a:t>マスター テキストの書式設定</a:t>
            </a:r>
          </a:p>
          <a:p>
            <a:pPr lvl="1"/>
            <a:r>
              <a:rPr kumimoji="1" lang="ja-JP" altLang="en-US"/>
              <a:t>第 </a:t>
            </a:r>
            <a:r>
              <a:rPr kumimoji="1" lang="en-US" altLang="ja-JP"/>
              <a:t>2 </a:t>
            </a:r>
            <a:r>
              <a:rPr kumimoji="1" lang="ja-JP" altLang="en-US"/>
              <a:t>レベル</a:t>
            </a:r>
          </a:p>
          <a:p>
            <a:pPr lvl="2"/>
            <a:r>
              <a:rPr kumimoji="1" lang="ja-JP" altLang="en-US"/>
              <a:t>第 </a:t>
            </a:r>
            <a:r>
              <a:rPr kumimoji="1" lang="en-US" altLang="ja-JP"/>
              <a:t>3 </a:t>
            </a:r>
            <a:r>
              <a:rPr kumimoji="1" lang="ja-JP" altLang="en-US"/>
              <a:t>レベル</a:t>
            </a:r>
          </a:p>
          <a:p>
            <a:pPr lvl="3"/>
            <a:r>
              <a:rPr kumimoji="1" lang="ja-JP" altLang="en-US"/>
              <a:t>第 </a:t>
            </a:r>
            <a:r>
              <a:rPr kumimoji="1" lang="en-US" altLang="ja-JP"/>
              <a:t>4 </a:t>
            </a:r>
            <a:r>
              <a:rPr kumimoji="1" lang="ja-JP" altLang="en-US"/>
              <a:t>レベル</a:t>
            </a:r>
          </a:p>
          <a:p>
            <a:pPr lvl="4"/>
            <a:r>
              <a:rPr kumimoji="1" lang="ja-JP" altLang="en-US"/>
              <a:t>第 </a:t>
            </a:r>
            <a:r>
              <a:rPr kumimoji="1" lang="en-US" altLang="ja-JP"/>
              <a:t>5 </a:t>
            </a:r>
            <a:r>
              <a:rPr kumimoji="1" lang="ja-JP" altLang="en-US"/>
              <a:t>レベル</a:t>
            </a:r>
          </a:p>
        </p:txBody>
      </p:sp>
      <p:sp>
        <p:nvSpPr>
          <p:cNvPr id="6" name="フッター プレースホルダー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kumimoji="1" lang="ja-JP" altLang="en-US"/>
          </a:p>
        </p:txBody>
      </p:sp>
      <p:sp>
        <p:nvSpPr>
          <p:cNvPr id="7" name="スライド番号プレースホルダー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5D41A71E-2855-44A8-BCA5-F5A565FDDEF4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2392449556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kumimoji="1"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kumimoji="1"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kumimoji="1"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kumimoji="1"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kumimoji="1"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kumimoji="1"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kumimoji="1"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kumimoji="1"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kumimoji="1"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jpg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3.png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4.jpeg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5.jpg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4.jpeg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4.jpeg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6.jpeg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7.jpeg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8.png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9.jpg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表紙（White）">
    <p:bg>
      <p:bgPr>
        <a:blipFill dpi="0" rotWithShape="1">
          <a:blip r:embed="rId2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0F91195-F120-BCB2-5EE3-723E70C1FCC0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814282" y="1989088"/>
            <a:ext cx="10563436" cy="1371445"/>
          </a:xfrm>
          <a:prstGeom prst="rect">
            <a:avLst/>
          </a:prstGeom>
        </p:spPr>
        <p:txBody>
          <a:bodyPr lIns="0" tIns="0" rIns="0" bIns="0" anchor="b">
            <a:normAutofit/>
          </a:bodyPr>
          <a:lstStyle>
            <a:lvl1pPr algn="l">
              <a:defRPr sz="3600" b="1" i="0">
                <a:solidFill>
                  <a:srgbClr val="013C85"/>
                </a:solidFill>
                <a:latin typeface="Yu Gothic" panose="020B0400000000000000" pitchFamily="34" charset="-128"/>
                <a:ea typeface="Yu Gothic" panose="020B0400000000000000" pitchFamily="34" charset="-128"/>
              </a:defRPr>
            </a:lvl1pPr>
          </a:lstStyle>
          <a:p>
            <a:r>
              <a:rPr lang="ja-JP" altLang="en-US"/>
              <a:t>マスター タイトルの書式設定</a:t>
            </a:r>
            <a:endParaRPr lang="en-US" dirty="0"/>
          </a:p>
        </p:txBody>
      </p:sp>
      <p:sp>
        <p:nvSpPr>
          <p:cNvPr id="4" name="テキスト プレースホルダー 12">
            <a:extLst>
              <a:ext uri="{FF2B5EF4-FFF2-40B4-BE49-F238E27FC236}">
                <a16:creationId xmlns:a16="http://schemas.microsoft.com/office/drawing/2014/main" id="{62214ACD-D9BE-40F6-D231-9138B52159B5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>
          <a:xfrm>
            <a:off x="814282" y="5470206"/>
            <a:ext cx="10563436" cy="360000"/>
          </a:xfrm>
          <a:prstGeom prst="rect">
            <a:avLst/>
          </a:prstGeom>
        </p:spPr>
        <p:txBody>
          <a:bodyPr lIns="0" tIns="0" rIns="0" bIns="0">
            <a:noAutofit/>
          </a:bodyPr>
          <a:lstStyle>
            <a:lvl1pPr marL="0" indent="0">
              <a:buNone/>
              <a:defRPr sz="2400" b="0" i="0">
                <a:solidFill>
                  <a:srgbClr val="013C85"/>
                </a:solidFill>
                <a:latin typeface="Yu Gothic Medium" panose="020B0400000000000000" pitchFamily="34" charset="-128"/>
                <a:ea typeface="Yu Gothic Medium" panose="020B0400000000000000" pitchFamily="34" charset="-128"/>
              </a:defRPr>
            </a:lvl1pPr>
          </a:lstStyle>
          <a:p>
            <a:pPr lvl="0"/>
            <a:r>
              <a:rPr kumimoji="1" lang="ja-JP" altLang="en-US"/>
              <a:t>マスター テキストの書式設定</a:t>
            </a:r>
          </a:p>
        </p:txBody>
      </p:sp>
      <p:sp>
        <p:nvSpPr>
          <p:cNvPr id="5" name="テキスト プレースホルダー 12">
            <a:extLst>
              <a:ext uri="{FF2B5EF4-FFF2-40B4-BE49-F238E27FC236}">
                <a16:creationId xmlns:a16="http://schemas.microsoft.com/office/drawing/2014/main" id="{8FC9C3C0-2F9D-131F-910E-8008929D8480}"/>
              </a:ext>
            </a:extLst>
          </p:cNvPr>
          <p:cNvSpPr>
            <a:spLocks noGrp="1"/>
          </p:cNvSpPr>
          <p:nvPr>
            <p:ph type="body" sz="quarter" idx="14"/>
          </p:nvPr>
        </p:nvSpPr>
        <p:spPr>
          <a:xfrm>
            <a:off x="814282" y="5930984"/>
            <a:ext cx="10563436" cy="360000"/>
          </a:xfrm>
          <a:prstGeom prst="rect">
            <a:avLst/>
          </a:prstGeom>
        </p:spPr>
        <p:txBody>
          <a:bodyPr lIns="0" tIns="0" rIns="0" bIns="0">
            <a:noAutofit/>
          </a:bodyPr>
          <a:lstStyle>
            <a:lvl1pPr marL="0" indent="0">
              <a:buNone/>
              <a:defRPr sz="2400" b="0" i="0">
                <a:solidFill>
                  <a:srgbClr val="013C85"/>
                </a:solidFill>
                <a:latin typeface="Yu Gothic Medium" panose="020B0400000000000000" pitchFamily="34" charset="-128"/>
                <a:ea typeface="Yu Gothic Medium" panose="020B0400000000000000" pitchFamily="34" charset="-128"/>
              </a:defRPr>
            </a:lvl1pPr>
          </a:lstStyle>
          <a:p>
            <a:pPr lvl="0"/>
            <a:r>
              <a:rPr kumimoji="1" lang="ja-JP" altLang="en-US"/>
              <a:t>マスター テキストの書式設定</a:t>
            </a:r>
          </a:p>
        </p:txBody>
      </p:sp>
      <p:sp>
        <p:nvSpPr>
          <p:cNvPr id="6" name="テキスト プレースホルダー 12">
            <a:extLst>
              <a:ext uri="{FF2B5EF4-FFF2-40B4-BE49-F238E27FC236}">
                <a16:creationId xmlns:a16="http://schemas.microsoft.com/office/drawing/2014/main" id="{6B053CD4-F3BD-5F69-E59C-A597A09B6F56}"/>
              </a:ext>
            </a:extLst>
          </p:cNvPr>
          <p:cNvSpPr>
            <a:spLocks noGrp="1"/>
          </p:cNvSpPr>
          <p:nvPr>
            <p:ph type="body" sz="quarter" idx="15"/>
          </p:nvPr>
        </p:nvSpPr>
        <p:spPr>
          <a:xfrm>
            <a:off x="814282" y="3453206"/>
            <a:ext cx="10563436" cy="947344"/>
          </a:xfrm>
          <a:prstGeom prst="rect">
            <a:avLst/>
          </a:prstGeom>
        </p:spPr>
        <p:txBody>
          <a:bodyPr lIns="0" tIns="0" rIns="0" bIns="0">
            <a:noAutofit/>
          </a:bodyPr>
          <a:lstStyle>
            <a:lvl1pPr marL="0" indent="0">
              <a:buNone/>
              <a:defRPr sz="2400" b="0" i="0">
                <a:solidFill>
                  <a:srgbClr val="013C85"/>
                </a:solidFill>
                <a:latin typeface="Yu Gothic Medium" panose="020B0400000000000000" pitchFamily="34" charset="-128"/>
                <a:ea typeface="Yu Gothic Medium" panose="020B0400000000000000" pitchFamily="34" charset="-128"/>
              </a:defRPr>
            </a:lvl1pPr>
          </a:lstStyle>
          <a:p>
            <a:pPr lvl="0"/>
            <a:r>
              <a:rPr kumimoji="1" lang="ja-JP" altLang="en-US"/>
              <a:t>マスター テキストの書式設定</a:t>
            </a:r>
          </a:p>
        </p:txBody>
      </p:sp>
      <p:sp>
        <p:nvSpPr>
          <p:cNvPr id="9" name="テキスト プレースホルダー 12">
            <a:extLst>
              <a:ext uri="{FF2B5EF4-FFF2-40B4-BE49-F238E27FC236}">
                <a16:creationId xmlns:a16="http://schemas.microsoft.com/office/drawing/2014/main" id="{92E9DB0B-9077-D203-7FE6-5988DC6DECE7}"/>
              </a:ext>
            </a:extLst>
          </p:cNvPr>
          <p:cNvSpPr>
            <a:spLocks noGrp="1"/>
          </p:cNvSpPr>
          <p:nvPr>
            <p:ph type="body" sz="quarter" idx="19"/>
          </p:nvPr>
        </p:nvSpPr>
        <p:spPr>
          <a:xfrm>
            <a:off x="814282" y="5021958"/>
            <a:ext cx="10563436" cy="360000"/>
          </a:xfrm>
          <a:prstGeom prst="rect">
            <a:avLst/>
          </a:prstGeom>
        </p:spPr>
        <p:txBody>
          <a:bodyPr lIns="0" tIns="0" rIns="0" bIns="0">
            <a:noAutofit/>
          </a:bodyPr>
          <a:lstStyle>
            <a:lvl1pPr marL="0" indent="0">
              <a:buNone/>
              <a:defRPr sz="2400" b="0" i="0">
                <a:solidFill>
                  <a:srgbClr val="013C85"/>
                </a:solidFill>
                <a:latin typeface="Yu Gothic Medium" panose="020B0400000000000000" pitchFamily="34" charset="-128"/>
                <a:ea typeface="Yu Gothic Medium" panose="020B0400000000000000" pitchFamily="34" charset="-128"/>
              </a:defRPr>
            </a:lvl1pPr>
          </a:lstStyle>
          <a:p>
            <a:pPr lvl="0"/>
            <a:r>
              <a:rPr kumimoji="1" lang="ja-JP" altLang="en-US"/>
              <a:t>マスター テキストの書式設定</a:t>
            </a:r>
          </a:p>
        </p:txBody>
      </p:sp>
      <p:sp>
        <p:nvSpPr>
          <p:cNvPr id="3" name="テキスト プレースホルダー 12">
            <a:extLst>
              <a:ext uri="{FF2B5EF4-FFF2-40B4-BE49-F238E27FC236}">
                <a16:creationId xmlns:a16="http://schemas.microsoft.com/office/drawing/2014/main" id="{EE60B748-7DA5-28DA-6FDB-CC4794F43AE4}"/>
              </a:ext>
            </a:extLst>
          </p:cNvPr>
          <p:cNvSpPr>
            <a:spLocks noGrp="1"/>
          </p:cNvSpPr>
          <p:nvPr>
            <p:ph type="body" sz="quarter" idx="17"/>
          </p:nvPr>
        </p:nvSpPr>
        <p:spPr>
          <a:xfrm>
            <a:off x="814282" y="561890"/>
            <a:ext cx="8640000" cy="432000"/>
          </a:xfrm>
          <a:prstGeom prst="rect">
            <a:avLst/>
          </a:prstGeom>
        </p:spPr>
        <p:txBody>
          <a:bodyPr lIns="0" tIns="0" rIns="0" bIns="0">
            <a:noAutofit/>
          </a:bodyPr>
          <a:lstStyle>
            <a:lvl1pPr marL="0" indent="0">
              <a:buNone/>
              <a:defRPr sz="2400" b="1" i="0">
                <a:solidFill>
                  <a:srgbClr val="013C85"/>
                </a:solidFill>
                <a:latin typeface="Yu Gothic Medium" panose="020B0400000000000000" pitchFamily="34" charset="-128"/>
                <a:ea typeface="Yu Gothic Medium" panose="020B0400000000000000" pitchFamily="34" charset="-128"/>
              </a:defRPr>
            </a:lvl1pPr>
          </a:lstStyle>
          <a:p>
            <a:pPr lvl="0"/>
            <a:r>
              <a:rPr kumimoji="1" lang="ja-JP" altLang="en-US" dirty="0"/>
              <a:t>マスター テキストの書式設定</a:t>
            </a:r>
          </a:p>
        </p:txBody>
      </p:sp>
    </p:spTree>
    <p:extLst>
      <p:ext uri="{BB962C8B-B14F-4D97-AF65-F5344CB8AC3E}">
        <p14:creationId xmlns:p14="http://schemas.microsoft.com/office/powerpoint/2010/main" val="182399948"/>
      </p:ext>
    </p:extLst>
  </p:cSld>
  <p:clrMapOvr>
    <a:masterClrMapping/>
  </p:clrMapOvr>
  <p:extLst>
    <p:ext uri="{DCECCB84-F9BA-43D5-87BE-67443E8EF086}">
      <p15:sldGuideLst xmlns:p15="http://schemas.microsoft.com/office/powerpoint/2012/main"/>
    </p:ext>
  </p:extLst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表紙（BrandPromise）">
    <p:bg>
      <p:bgPr>
        <a:blipFill dpi="0" rotWithShape="1">
          <a:blip r:embed="rId2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0F91195-F120-BCB2-5EE3-723E70C1FCC0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5207426" y="1989088"/>
            <a:ext cx="6170292" cy="1371445"/>
          </a:xfrm>
          <a:prstGeom prst="rect">
            <a:avLst/>
          </a:prstGeom>
        </p:spPr>
        <p:txBody>
          <a:bodyPr lIns="0" tIns="0" rIns="0" bIns="0" anchor="b">
            <a:normAutofit/>
          </a:bodyPr>
          <a:lstStyle>
            <a:lvl1pPr algn="l">
              <a:defRPr sz="3600" b="1" i="0" baseline="0">
                <a:solidFill>
                  <a:schemeClr val="bg1"/>
                </a:solidFill>
                <a:latin typeface="游ゴシック" panose="020B0400000000000000" pitchFamily="50" charset="-128"/>
                <a:ea typeface="游ゴシック" panose="020B0400000000000000" pitchFamily="50" charset="-128"/>
              </a:defRPr>
            </a:lvl1pPr>
          </a:lstStyle>
          <a:p>
            <a:r>
              <a:rPr lang="ja-JP" altLang="en-US"/>
              <a:t>マスター タイトルの書式設定</a:t>
            </a:r>
            <a:endParaRPr lang="en-US" dirty="0"/>
          </a:p>
        </p:txBody>
      </p:sp>
      <p:sp>
        <p:nvSpPr>
          <p:cNvPr id="4" name="テキスト プレースホルダー 12">
            <a:extLst>
              <a:ext uri="{FF2B5EF4-FFF2-40B4-BE49-F238E27FC236}">
                <a16:creationId xmlns:a16="http://schemas.microsoft.com/office/drawing/2014/main" id="{62214ACD-D9BE-40F6-D231-9138B52159B5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>
          <a:xfrm>
            <a:off x="5205306" y="5470206"/>
            <a:ext cx="6172412" cy="360000"/>
          </a:xfrm>
          <a:prstGeom prst="rect">
            <a:avLst/>
          </a:prstGeom>
        </p:spPr>
        <p:txBody>
          <a:bodyPr lIns="0" tIns="0" rIns="0" bIns="0">
            <a:noAutofit/>
          </a:bodyPr>
          <a:lstStyle>
            <a:lvl1pPr marL="0" indent="0">
              <a:buNone/>
              <a:defRPr sz="2400" b="0" i="0" baseline="0">
                <a:solidFill>
                  <a:schemeClr val="bg1"/>
                </a:solidFill>
                <a:latin typeface="游ゴシック" panose="020B0400000000000000" pitchFamily="50" charset="-128"/>
                <a:ea typeface="游ゴシック" panose="020B0400000000000000" pitchFamily="50" charset="-128"/>
              </a:defRPr>
            </a:lvl1pPr>
          </a:lstStyle>
          <a:p>
            <a:pPr lvl="0"/>
            <a:r>
              <a:rPr kumimoji="1" lang="ja-JP" altLang="en-US"/>
              <a:t>マスター テキストの書式設定</a:t>
            </a:r>
          </a:p>
        </p:txBody>
      </p:sp>
      <p:sp>
        <p:nvSpPr>
          <p:cNvPr id="5" name="テキスト プレースホルダー 12">
            <a:extLst>
              <a:ext uri="{FF2B5EF4-FFF2-40B4-BE49-F238E27FC236}">
                <a16:creationId xmlns:a16="http://schemas.microsoft.com/office/drawing/2014/main" id="{8FC9C3C0-2F9D-131F-910E-8008929D8480}"/>
              </a:ext>
            </a:extLst>
          </p:cNvPr>
          <p:cNvSpPr>
            <a:spLocks noGrp="1"/>
          </p:cNvSpPr>
          <p:nvPr>
            <p:ph type="body" sz="quarter" idx="14"/>
          </p:nvPr>
        </p:nvSpPr>
        <p:spPr>
          <a:xfrm>
            <a:off x="5205306" y="5930984"/>
            <a:ext cx="6172412" cy="360000"/>
          </a:xfrm>
          <a:prstGeom prst="rect">
            <a:avLst/>
          </a:prstGeom>
        </p:spPr>
        <p:txBody>
          <a:bodyPr lIns="0" tIns="0" rIns="0" bIns="0">
            <a:noAutofit/>
          </a:bodyPr>
          <a:lstStyle>
            <a:lvl1pPr marL="0" indent="0">
              <a:buNone/>
              <a:defRPr sz="2400" b="0" i="0" baseline="0">
                <a:solidFill>
                  <a:schemeClr val="bg1"/>
                </a:solidFill>
                <a:latin typeface="游ゴシック" panose="020B0400000000000000" pitchFamily="50" charset="-128"/>
                <a:ea typeface="游ゴシック" panose="020B0400000000000000" pitchFamily="50" charset="-128"/>
              </a:defRPr>
            </a:lvl1pPr>
          </a:lstStyle>
          <a:p>
            <a:pPr lvl="0"/>
            <a:r>
              <a:rPr kumimoji="1" lang="ja-JP" altLang="en-US"/>
              <a:t>マスター テキストの書式設定</a:t>
            </a:r>
          </a:p>
        </p:txBody>
      </p:sp>
      <p:sp>
        <p:nvSpPr>
          <p:cNvPr id="6" name="テキスト プレースホルダー 12">
            <a:extLst>
              <a:ext uri="{FF2B5EF4-FFF2-40B4-BE49-F238E27FC236}">
                <a16:creationId xmlns:a16="http://schemas.microsoft.com/office/drawing/2014/main" id="{6B053CD4-F3BD-5F69-E59C-A597A09B6F56}"/>
              </a:ext>
            </a:extLst>
          </p:cNvPr>
          <p:cNvSpPr>
            <a:spLocks noGrp="1"/>
          </p:cNvSpPr>
          <p:nvPr>
            <p:ph type="body" sz="quarter" idx="15"/>
          </p:nvPr>
        </p:nvSpPr>
        <p:spPr>
          <a:xfrm>
            <a:off x="5205306" y="3453206"/>
            <a:ext cx="6172412" cy="947344"/>
          </a:xfrm>
          <a:prstGeom prst="rect">
            <a:avLst/>
          </a:prstGeom>
        </p:spPr>
        <p:txBody>
          <a:bodyPr lIns="0" tIns="0" rIns="0" bIns="0">
            <a:noAutofit/>
          </a:bodyPr>
          <a:lstStyle>
            <a:lvl1pPr marL="0" indent="0">
              <a:buNone/>
              <a:defRPr sz="2400" b="0" i="0" baseline="0">
                <a:solidFill>
                  <a:schemeClr val="bg1"/>
                </a:solidFill>
                <a:latin typeface="游ゴシック" panose="020B0400000000000000" pitchFamily="50" charset="-128"/>
                <a:ea typeface="游ゴシック" panose="020B0400000000000000" pitchFamily="50" charset="-128"/>
              </a:defRPr>
            </a:lvl1pPr>
          </a:lstStyle>
          <a:p>
            <a:pPr lvl="0"/>
            <a:r>
              <a:rPr kumimoji="1" lang="ja-JP" altLang="en-US"/>
              <a:t>マスター テキストの書式設定</a:t>
            </a:r>
          </a:p>
        </p:txBody>
      </p:sp>
      <p:sp>
        <p:nvSpPr>
          <p:cNvPr id="7" name="テキスト プレースホルダー 12">
            <a:extLst>
              <a:ext uri="{FF2B5EF4-FFF2-40B4-BE49-F238E27FC236}">
                <a16:creationId xmlns:a16="http://schemas.microsoft.com/office/drawing/2014/main" id="{62007915-F4F5-B5F4-7D86-F096B722CDD5}"/>
              </a:ext>
            </a:extLst>
          </p:cNvPr>
          <p:cNvSpPr>
            <a:spLocks noGrp="1"/>
          </p:cNvSpPr>
          <p:nvPr>
            <p:ph type="body" sz="quarter" idx="16"/>
          </p:nvPr>
        </p:nvSpPr>
        <p:spPr>
          <a:xfrm>
            <a:off x="5205306" y="5021958"/>
            <a:ext cx="6172412" cy="360000"/>
          </a:xfrm>
          <a:prstGeom prst="rect">
            <a:avLst/>
          </a:prstGeom>
        </p:spPr>
        <p:txBody>
          <a:bodyPr lIns="0" tIns="0" rIns="0" bIns="0">
            <a:noAutofit/>
          </a:bodyPr>
          <a:lstStyle>
            <a:lvl1pPr marL="0" indent="0">
              <a:buNone/>
              <a:defRPr sz="2400" b="0" i="0" baseline="0">
                <a:solidFill>
                  <a:schemeClr val="bg1"/>
                </a:solidFill>
                <a:latin typeface="游ゴシック" panose="020B0400000000000000" pitchFamily="50" charset="-128"/>
                <a:ea typeface="游ゴシック" panose="020B0400000000000000" pitchFamily="50" charset="-128"/>
              </a:defRPr>
            </a:lvl1pPr>
          </a:lstStyle>
          <a:p>
            <a:pPr lvl="0"/>
            <a:r>
              <a:rPr kumimoji="1" lang="ja-JP" altLang="en-US"/>
              <a:t>マスター テキストの書式設定</a:t>
            </a:r>
          </a:p>
        </p:txBody>
      </p:sp>
      <p:sp>
        <p:nvSpPr>
          <p:cNvPr id="9" name="テキスト プレースホルダー 12">
            <a:extLst>
              <a:ext uri="{FF2B5EF4-FFF2-40B4-BE49-F238E27FC236}">
                <a16:creationId xmlns:a16="http://schemas.microsoft.com/office/drawing/2014/main" id="{DE944634-006B-0CC4-1D48-DFAE926910BB}"/>
              </a:ext>
            </a:extLst>
          </p:cNvPr>
          <p:cNvSpPr>
            <a:spLocks noGrp="1"/>
          </p:cNvSpPr>
          <p:nvPr>
            <p:ph type="body" sz="quarter" idx="18"/>
          </p:nvPr>
        </p:nvSpPr>
        <p:spPr>
          <a:xfrm>
            <a:off x="5205306" y="561891"/>
            <a:ext cx="4248976" cy="360000"/>
          </a:xfrm>
          <a:prstGeom prst="rect">
            <a:avLst/>
          </a:prstGeom>
        </p:spPr>
        <p:txBody>
          <a:bodyPr lIns="0" tIns="0" rIns="0" bIns="0">
            <a:noAutofit/>
          </a:bodyPr>
          <a:lstStyle>
            <a:lvl1pPr marL="0" indent="0">
              <a:buNone/>
              <a:defRPr sz="2400" b="1" i="0" baseline="0">
                <a:solidFill>
                  <a:schemeClr val="bg1"/>
                </a:solidFill>
                <a:latin typeface="(日本語用のフォントを使用)"/>
                <a:ea typeface="游ゴシック" panose="020B0400000000000000" pitchFamily="50" charset="-128"/>
              </a:defRPr>
            </a:lvl1pPr>
          </a:lstStyle>
          <a:p>
            <a:pPr lvl="0"/>
            <a:r>
              <a:rPr kumimoji="1" lang="ja-JP" altLang="en-US"/>
              <a:t>マスター テキストの書式設定</a:t>
            </a:r>
          </a:p>
        </p:txBody>
      </p:sp>
    </p:spTree>
    <p:extLst>
      <p:ext uri="{BB962C8B-B14F-4D97-AF65-F5344CB8AC3E}">
        <p14:creationId xmlns:p14="http://schemas.microsoft.com/office/powerpoint/2010/main" val="894727487"/>
      </p:ext>
    </p:extLst>
  </p:cSld>
  <p:clrMapOvr>
    <a:masterClrMapping/>
  </p:clrMapOvr>
  <p:extLst>
    <p:ext uri="{DCECCB84-F9BA-43D5-87BE-67443E8EF086}">
      <p15:sldGuideLst xmlns:p15="http://schemas.microsoft.com/office/powerpoint/2012/main"/>
    </p:ext>
  </p:extLst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目次（White）">
    <p:bg>
      <p:bgPr>
        <a:blipFill dpi="0" rotWithShape="1">
          <a:blip r:embed="rId2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" name="タイトル 11">
            <a:extLst>
              <a:ext uri="{FF2B5EF4-FFF2-40B4-BE49-F238E27FC236}">
                <a16:creationId xmlns:a16="http://schemas.microsoft.com/office/drawing/2014/main" id="{F68FA6C3-7B99-178B-B61B-6F9C354A9599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390525" y="347572"/>
            <a:ext cx="9367501" cy="432000"/>
          </a:xfrm>
          <a:prstGeom prst="rect">
            <a:avLst/>
          </a:prstGeom>
        </p:spPr>
        <p:txBody>
          <a:bodyPr lIns="0" tIns="0" rIns="0"/>
          <a:lstStyle>
            <a:lvl1pPr>
              <a:defRPr kumimoji="1" lang="ja-JP" altLang="en-US" sz="2800" b="1" i="0" kern="1200" dirty="0">
                <a:solidFill>
                  <a:srgbClr val="013C85"/>
                </a:solidFill>
                <a:latin typeface="Yu Gothic" panose="020B0400000000000000" pitchFamily="34" charset="-128"/>
                <a:ea typeface="Yu Gothic" panose="020B0400000000000000" pitchFamily="34" charset="-128"/>
                <a:cs typeface="+mn-cs"/>
              </a:defRPr>
            </a:lvl1pPr>
          </a:lstStyle>
          <a:p>
            <a:pPr marL="0" lvl="0" indent="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None/>
            </a:pPr>
            <a:r>
              <a:rPr kumimoji="1" lang="ja-JP" altLang="en-US" dirty="0"/>
              <a:t>目次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7FDA9D96-0593-35C3-1979-E826592B79F1}"/>
              </a:ext>
            </a:extLst>
          </p:cNvPr>
          <p:cNvSpPr txBox="1">
            <a:spLocks/>
          </p:cNvSpPr>
          <p:nvPr userDrawn="1"/>
        </p:nvSpPr>
        <p:spPr>
          <a:xfrm>
            <a:off x="325402" y="6394865"/>
            <a:ext cx="2743200" cy="331932"/>
          </a:xfrm>
          <a:prstGeom prst="rect">
            <a:avLst/>
          </a:prstGeom>
        </p:spPr>
        <p:txBody>
          <a:bodyPr/>
          <a:lstStyle>
            <a:defPPr>
              <a:defRPr lang="en-US"/>
            </a:defPPr>
            <a:lvl1pPr marL="0" algn="l" defTabSz="304670" rtl="0" eaLnBrk="1" latinLnBrk="0" hangingPunct="1">
              <a:defRPr sz="2000" b="0" i="0" kern="1200">
                <a:solidFill>
                  <a:srgbClr val="003D86"/>
                </a:solidFill>
                <a:latin typeface="Yu Gothic Medium" panose="020B0400000000000000" pitchFamily="34" charset="-128"/>
                <a:ea typeface="Yu Gothic Medium" panose="020B0400000000000000" pitchFamily="34" charset="-128"/>
                <a:cs typeface="+mn-cs"/>
              </a:defRPr>
            </a:lvl1pPr>
            <a:lvl2pPr marL="304670" algn="l" defTabSz="304670" rtl="0" eaLnBrk="1" latinLnBrk="0" hangingPunct="1">
              <a:defRPr sz="12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609336" algn="l" defTabSz="304670" rtl="0" eaLnBrk="1" latinLnBrk="0" hangingPunct="1">
              <a:defRPr sz="12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914005" algn="l" defTabSz="304670" rtl="0" eaLnBrk="1" latinLnBrk="0" hangingPunct="1">
              <a:defRPr sz="12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218672" algn="l" defTabSz="304670" rtl="0" eaLnBrk="1" latinLnBrk="0" hangingPunct="1">
              <a:defRPr sz="12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1523340" algn="l" defTabSz="304670" rtl="0" eaLnBrk="1" latinLnBrk="0" hangingPunct="1">
              <a:defRPr sz="12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1828007" algn="l" defTabSz="304670" rtl="0" eaLnBrk="1" latinLnBrk="0" hangingPunct="1">
              <a:defRPr sz="12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2132675" algn="l" defTabSz="304670" rtl="0" eaLnBrk="1" latinLnBrk="0" hangingPunct="1">
              <a:defRPr sz="12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2437344" algn="l" defTabSz="304670" rtl="0" eaLnBrk="1" latinLnBrk="0" hangingPunct="1">
              <a:defRPr sz="12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l"/>
            <a:r>
              <a:rPr kumimoji="1" lang="en" altLang="ja-JP" sz="700" dirty="0">
                <a:solidFill>
                  <a:srgbClr val="013C85"/>
                </a:solidFill>
              </a:rPr>
              <a:t>ⓒ ITOCHU Techno-Solutions Corporation</a:t>
            </a:r>
            <a:endParaRPr kumimoji="1" lang="ja-JP" altLang="en-US" sz="700">
              <a:solidFill>
                <a:srgbClr val="013C85"/>
              </a:solidFill>
            </a:endParaRPr>
          </a:p>
        </p:txBody>
      </p:sp>
      <p:sp>
        <p:nvSpPr>
          <p:cNvPr id="5" name="Slide Number Placeholder 5">
            <a:extLst>
              <a:ext uri="{FF2B5EF4-FFF2-40B4-BE49-F238E27FC236}">
                <a16:creationId xmlns:a16="http://schemas.microsoft.com/office/drawing/2014/main" id="{5E565B7F-EA3C-5F4C-83F4-5E84A10FF4D0}"/>
              </a:ext>
            </a:extLst>
          </p:cNvPr>
          <p:cNvSpPr txBox="1">
            <a:spLocks/>
          </p:cNvSpPr>
          <p:nvPr userDrawn="1"/>
        </p:nvSpPr>
        <p:spPr>
          <a:xfrm>
            <a:off x="9133618" y="6326799"/>
            <a:ext cx="2743200" cy="299462"/>
          </a:xfrm>
          <a:prstGeom prst="rect">
            <a:avLst/>
          </a:prstGeom>
        </p:spPr>
        <p:txBody>
          <a:bodyPr anchor="b"/>
          <a:lstStyle>
            <a:defPPr>
              <a:defRPr lang="en-US"/>
            </a:defPPr>
            <a:lvl1pPr marL="0" algn="r" defTabSz="304670" rtl="0" eaLnBrk="1" latinLnBrk="0" hangingPunct="1">
              <a:defRPr sz="1600" b="0" i="0" kern="1200">
                <a:solidFill>
                  <a:srgbClr val="003D86"/>
                </a:solidFill>
                <a:latin typeface="Yu Gothic Medium" panose="020B0400000000000000" pitchFamily="34" charset="-128"/>
                <a:ea typeface="Yu Gothic Medium" panose="020B0400000000000000" pitchFamily="34" charset="-128"/>
                <a:cs typeface="+mn-cs"/>
              </a:defRPr>
            </a:lvl1pPr>
            <a:lvl2pPr marL="304670" algn="l" defTabSz="304670" rtl="0" eaLnBrk="1" latinLnBrk="0" hangingPunct="1">
              <a:defRPr sz="12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609336" algn="l" defTabSz="304670" rtl="0" eaLnBrk="1" latinLnBrk="0" hangingPunct="1">
              <a:defRPr sz="12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914005" algn="l" defTabSz="304670" rtl="0" eaLnBrk="1" latinLnBrk="0" hangingPunct="1">
              <a:defRPr sz="12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218672" algn="l" defTabSz="304670" rtl="0" eaLnBrk="1" latinLnBrk="0" hangingPunct="1">
              <a:defRPr sz="12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1523340" algn="l" defTabSz="304670" rtl="0" eaLnBrk="1" latinLnBrk="0" hangingPunct="1">
              <a:defRPr sz="12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1828007" algn="l" defTabSz="304670" rtl="0" eaLnBrk="1" latinLnBrk="0" hangingPunct="1">
              <a:defRPr sz="12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2132675" algn="l" defTabSz="304670" rtl="0" eaLnBrk="1" latinLnBrk="0" hangingPunct="1">
              <a:defRPr sz="12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2437344" algn="l" defTabSz="304670" rtl="0" eaLnBrk="1" latinLnBrk="0" hangingPunct="1">
              <a:defRPr sz="12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fld id="{F61D7DA0-AA9A-8342-BE3E-6EB34F8DE2BC}" type="slidenum">
              <a:rPr kumimoji="1" lang="ja-JP" altLang="en-US" sz="1600" smtClean="0">
                <a:solidFill>
                  <a:srgbClr val="013C85"/>
                </a:solidFill>
              </a:rPr>
              <a:pPr/>
              <a:t>‹#›</a:t>
            </a:fld>
            <a:endParaRPr kumimoji="1" lang="ja-JP" altLang="en-US" sz="1600">
              <a:solidFill>
                <a:srgbClr val="013C85"/>
              </a:solidFill>
            </a:endParaRPr>
          </a:p>
        </p:txBody>
      </p:sp>
      <p:sp>
        <p:nvSpPr>
          <p:cNvPr id="2" name="テキスト プレースホルダー 12">
            <a:extLst>
              <a:ext uri="{FF2B5EF4-FFF2-40B4-BE49-F238E27FC236}">
                <a16:creationId xmlns:a16="http://schemas.microsoft.com/office/drawing/2014/main" id="{F3315ADE-16E8-091A-1BE1-CE1257C6D330}"/>
              </a:ext>
            </a:extLst>
          </p:cNvPr>
          <p:cNvSpPr>
            <a:spLocks noGrp="1"/>
          </p:cNvSpPr>
          <p:nvPr>
            <p:ph type="body" sz="quarter" idx="15" hasCustomPrompt="1"/>
          </p:nvPr>
        </p:nvSpPr>
        <p:spPr>
          <a:xfrm>
            <a:off x="814282" y="1736725"/>
            <a:ext cx="540000" cy="3125834"/>
          </a:xfrm>
          <a:prstGeom prst="rect">
            <a:avLst/>
          </a:prstGeom>
        </p:spPr>
        <p:txBody>
          <a:bodyPr lIns="0" tIns="0" rIns="0" bIns="0">
            <a:noAutofit/>
          </a:bodyPr>
          <a:lstStyle>
            <a:lvl1pPr marL="0" indent="0" defTabSz="479968">
              <a:buNone/>
              <a:defRPr sz="2400" b="1" i="0">
                <a:solidFill>
                  <a:srgbClr val="013C85"/>
                </a:solidFill>
                <a:latin typeface="Yu Gothic" panose="020B0400000000000000" pitchFamily="34" charset="-128"/>
                <a:ea typeface="Yu Gothic" panose="020B0400000000000000" pitchFamily="34" charset="-128"/>
              </a:defRPr>
            </a:lvl1pPr>
          </a:lstStyle>
          <a:p>
            <a:pPr lvl="0"/>
            <a:r>
              <a:rPr kumimoji="1" lang="en-US" altLang="ja-JP" dirty="0"/>
              <a:t>00</a:t>
            </a:r>
          </a:p>
          <a:p>
            <a:pPr lvl="0"/>
            <a:r>
              <a:rPr kumimoji="1" lang="en-US" altLang="ja-JP" dirty="0"/>
              <a:t>00</a:t>
            </a:r>
          </a:p>
          <a:p>
            <a:pPr lvl="0"/>
            <a:r>
              <a:rPr kumimoji="1" lang="en-US" altLang="ja-JP" dirty="0"/>
              <a:t>00</a:t>
            </a:r>
          </a:p>
          <a:p>
            <a:pPr lvl="0"/>
            <a:r>
              <a:rPr kumimoji="1" lang="en-US" altLang="ja-JP" dirty="0"/>
              <a:t>00</a:t>
            </a:r>
          </a:p>
          <a:p>
            <a:pPr lvl="0"/>
            <a:r>
              <a:rPr kumimoji="1" lang="en-US" altLang="ja-JP" dirty="0"/>
              <a:t>00</a:t>
            </a:r>
          </a:p>
          <a:p>
            <a:pPr lvl="0"/>
            <a:r>
              <a:rPr kumimoji="1" lang="en-US" altLang="ja-JP" dirty="0"/>
              <a:t>00</a:t>
            </a:r>
          </a:p>
        </p:txBody>
      </p:sp>
      <p:sp>
        <p:nvSpPr>
          <p:cNvPr id="3" name="テキスト プレースホルダー 12">
            <a:extLst>
              <a:ext uri="{FF2B5EF4-FFF2-40B4-BE49-F238E27FC236}">
                <a16:creationId xmlns:a16="http://schemas.microsoft.com/office/drawing/2014/main" id="{A111D72C-386D-D961-0695-CC2D826257FF}"/>
              </a:ext>
            </a:extLst>
          </p:cNvPr>
          <p:cNvSpPr>
            <a:spLocks noGrp="1"/>
          </p:cNvSpPr>
          <p:nvPr>
            <p:ph type="body" sz="quarter" idx="17" hasCustomPrompt="1"/>
          </p:nvPr>
        </p:nvSpPr>
        <p:spPr>
          <a:xfrm>
            <a:off x="1396791" y="1736725"/>
            <a:ext cx="7012467" cy="3125834"/>
          </a:xfrm>
          <a:prstGeom prst="rect">
            <a:avLst/>
          </a:prstGeom>
        </p:spPr>
        <p:txBody>
          <a:bodyPr lIns="0" tIns="0" rIns="0" bIns="0">
            <a:noAutofit/>
          </a:bodyPr>
          <a:lstStyle>
            <a:lvl1pPr marL="0" indent="0" defTabSz="479968">
              <a:buFont typeface="Arial" panose="020B0604020202020204" pitchFamily="34" charset="0"/>
              <a:buNone/>
              <a:defRPr sz="2400" b="0" i="0">
                <a:solidFill>
                  <a:srgbClr val="013C85"/>
                </a:solidFill>
                <a:latin typeface="Yu Gothic Medium" panose="020B0400000000000000" pitchFamily="34" charset="-128"/>
                <a:ea typeface="Yu Gothic Medium" panose="020B0400000000000000" pitchFamily="34" charset="-128"/>
              </a:defRPr>
            </a:lvl1pPr>
            <a:lvl2pPr marL="457170" indent="0">
              <a:buNone/>
              <a:defRPr/>
            </a:lvl2pPr>
          </a:lstStyle>
          <a:p>
            <a:pPr lvl="0"/>
            <a:r>
              <a:rPr kumimoji="1" lang="ja-JP" altLang="en-US" dirty="0"/>
              <a:t>マスター テキストの書式設定</a:t>
            </a:r>
            <a:endParaRPr kumimoji="1" lang="en-US" altLang="ja-JP" dirty="0"/>
          </a:p>
          <a:p>
            <a:pPr lvl="0"/>
            <a:r>
              <a:rPr kumimoji="1" lang="ja-JP" altLang="en-US" dirty="0"/>
              <a:t>マスター テキストの書式設定</a:t>
            </a:r>
            <a:endParaRPr kumimoji="1" lang="en-US" altLang="ja-JP" dirty="0"/>
          </a:p>
          <a:p>
            <a:pPr lvl="0"/>
            <a:r>
              <a:rPr kumimoji="1" lang="ja-JP" altLang="en-US" dirty="0"/>
              <a:t>マスター テキストの書式設定</a:t>
            </a:r>
            <a:endParaRPr kumimoji="1" lang="en-US" altLang="ja-JP" dirty="0"/>
          </a:p>
          <a:p>
            <a:pPr lvl="0"/>
            <a:r>
              <a:rPr kumimoji="1" lang="ja-JP" altLang="en-US" dirty="0"/>
              <a:t>マスター テキストの書式設定</a:t>
            </a:r>
            <a:endParaRPr kumimoji="1" lang="en-US" altLang="ja-JP" dirty="0"/>
          </a:p>
          <a:p>
            <a:pPr lvl="0"/>
            <a:r>
              <a:rPr kumimoji="1" lang="ja-JP" altLang="en-US" dirty="0"/>
              <a:t>マスター テキストの書式設定</a:t>
            </a:r>
            <a:endParaRPr kumimoji="1" lang="en-US" altLang="ja-JP" dirty="0"/>
          </a:p>
          <a:p>
            <a:pPr lvl="0"/>
            <a:r>
              <a:rPr kumimoji="1" lang="ja-JP" altLang="en-US" dirty="0"/>
              <a:t>マスター テキストの書式設定</a:t>
            </a:r>
            <a:endParaRPr kumimoji="1" lang="en-US" altLang="ja-JP" dirty="0"/>
          </a:p>
        </p:txBody>
      </p:sp>
    </p:spTree>
    <p:extLst>
      <p:ext uri="{BB962C8B-B14F-4D97-AF65-F5344CB8AC3E}">
        <p14:creationId xmlns:p14="http://schemas.microsoft.com/office/powerpoint/2010/main" val="325974553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タイトルページ（White）">
    <p:bg>
      <p:bgPr>
        <a:blipFill dpi="0" rotWithShape="1">
          <a:blip r:embed="rId2" cstate="print">
            <a:lum/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Date Placeholder 3">
            <a:extLst>
              <a:ext uri="{FF2B5EF4-FFF2-40B4-BE49-F238E27FC236}">
                <a16:creationId xmlns:a16="http://schemas.microsoft.com/office/drawing/2014/main" id="{00911B44-43E5-C652-2977-C75C89E671A2}"/>
              </a:ext>
            </a:extLst>
          </p:cNvPr>
          <p:cNvSpPr txBox="1">
            <a:spLocks/>
          </p:cNvSpPr>
          <p:nvPr userDrawn="1"/>
        </p:nvSpPr>
        <p:spPr>
          <a:xfrm>
            <a:off x="325402" y="6394865"/>
            <a:ext cx="2743200" cy="331932"/>
          </a:xfrm>
          <a:prstGeom prst="rect">
            <a:avLst/>
          </a:prstGeom>
        </p:spPr>
        <p:txBody>
          <a:bodyPr/>
          <a:lstStyle>
            <a:defPPr>
              <a:defRPr lang="en-US"/>
            </a:defPPr>
            <a:lvl1pPr marL="0" algn="l" defTabSz="304670" rtl="0" eaLnBrk="1" latinLnBrk="0" hangingPunct="1">
              <a:defRPr sz="2000" b="0" i="0" kern="1200">
                <a:solidFill>
                  <a:srgbClr val="003D86"/>
                </a:solidFill>
                <a:latin typeface="Yu Gothic Medium" panose="020B0400000000000000" pitchFamily="34" charset="-128"/>
                <a:ea typeface="Yu Gothic Medium" panose="020B0400000000000000" pitchFamily="34" charset="-128"/>
                <a:cs typeface="+mn-cs"/>
              </a:defRPr>
            </a:lvl1pPr>
            <a:lvl2pPr marL="304670" algn="l" defTabSz="304670" rtl="0" eaLnBrk="1" latinLnBrk="0" hangingPunct="1">
              <a:defRPr sz="12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609336" algn="l" defTabSz="304670" rtl="0" eaLnBrk="1" latinLnBrk="0" hangingPunct="1">
              <a:defRPr sz="12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914005" algn="l" defTabSz="304670" rtl="0" eaLnBrk="1" latinLnBrk="0" hangingPunct="1">
              <a:defRPr sz="12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218672" algn="l" defTabSz="304670" rtl="0" eaLnBrk="1" latinLnBrk="0" hangingPunct="1">
              <a:defRPr sz="12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1523340" algn="l" defTabSz="304670" rtl="0" eaLnBrk="1" latinLnBrk="0" hangingPunct="1">
              <a:defRPr sz="12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1828007" algn="l" defTabSz="304670" rtl="0" eaLnBrk="1" latinLnBrk="0" hangingPunct="1">
              <a:defRPr sz="12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2132675" algn="l" defTabSz="304670" rtl="0" eaLnBrk="1" latinLnBrk="0" hangingPunct="1">
              <a:defRPr sz="12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2437344" algn="l" defTabSz="304670" rtl="0" eaLnBrk="1" latinLnBrk="0" hangingPunct="1">
              <a:defRPr sz="12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l"/>
            <a:r>
              <a:rPr kumimoji="1" lang="en" altLang="ja-JP" sz="700" dirty="0">
                <a:solidFill>
                  <a:srgbClr val="013C85"/>
                </a:solidFill>
              </a:rPr>
              <a:t>ⓒ ITOCHU Techno-Solutions Corporation</a:t>
            </a:r>
            <a:endParaRPr kumimoji="1" lang="ja-JP" altLang="en-US" sz="700">
              <a:solidFill>
                <a:srgbClr val="013C85"/>
              </a:solidFill>
            </a:endParaRPr>
          </a:p>
        </p:txBody>
      </p:sp>
      <p:sp>
        <p:nvSpPr>
          <p:cNvPr id="11" name="Slide Number Placeholder 5">
            <a:extLst>
              <a:ext uri="{FF2B5EF4-FFF2-40B4-BE49-F238E27FC236}">
                <a16:creationId xmlns:a16="http://schemas.microsoft.com/office/drawing/2014/main" id="{01FA6925-A068-A444-1957-B0B944CDD944}"/>
              </a:ext>
            </a:extLst>
          </p:cNvPr>
          <p:cNvSpPr txBox="1">
            <a:spLocks/>
          </p:cNvSpPr>
          <p:nvPr userDrawn="1"/>
        </p:nvSpPr>
        <p:spPr>
          <a:xfrm>
            <a:off x="9133618" y="6326799"/>
            <a:ext cx="2743200" cy="299462"/>
          </a:xfrm>
          <a:prstGeom prst="rect">
            <a:avLst/>
          </a:prstGeom>
        </p:spPr>
        <p:txBody>
          <a:bodyPr anchor="b"/>
          <a:lstStyle>
            <a:defPPr>
              <a:defRPr lang="en-US"/>
            </a:defPPr>
            <a:lvl1pPr marL="0" algn="r" defTabSz="304670" rtl="0" eaLnBrk="1" latinLnBrk="0" hangingPunct="1">
              <a:defRPr sz="1600" b="0" i="0" kern="1200">
                <a:solidFill>
                  <a:srgbClr val="003D86"/>
                </a:solidFill>
                <a:latin typeface="Yu Gothic Medium" panose="020B0400000000000000" pitchFamily="34" charset="-128"/>
                <a:ea typeface="Yu Gothic Medium" panose="020B0400000000000000" pitchFamily="34" charset="-128"/>
                <a:cs typeface="+mn-cs"/>
              </a:defRPr>
            </a:lvl1pPr>
            <a:lvl2pPr marL="304670" algn="l" defTabSz="304670" rtl="0" eaLnBrk="1" latinLnBrk="0" hangingPunct="1">
              <a:defRPr sz="12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609336" algn="l" defTabSz="304670" rtl="0" eaLnBrk="1" latinLnBrk="0" hangingPunct="1">
              <a:defRPr sz="12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914005" algn="l" defTabSz="304670" rtl="0" eaLnBrk="1" latinLnBrk="0" hangingPunct="1">
              <a:defRPr sz="12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218672" algn="l" defTabSz="304670" rtl="0" eaLnBrk="1" latinLnBrk="0" hangingPunct="1">
              <a:defRPr sz="12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1523340" algn="l" defTabSz="304670" rtl="0" eaLnBrk="1" latinLnBrk="0" hangingPunct="1">
              <a:defRPr sz="12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1828007" algn="l" defTabSz="304670" rtl="0" eaLnBrk="1" latinLnBrk="0" hangingPunct="1">
              <a:defRPr sz="12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2132675" algn="l" defTabSz="304670" rtl="0" eaLnBrk="1" latinLnBrk="0" hangingPunct="1">
              <a:defRPr sz="12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2437344" algn="l" defTabSz="304670" rtl="0" eaLnBrk="1" latinLnBrk="0" hangingPunct="1">
              <a:defRPr sz="12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fld id="{F61D7DA0-AA9A-8342-BE3E-6EB34F8DE2BC}" type="slidenum">
              <a:rPr kumimoji="1" lang="ja-JP" altLang="en-US" sz="1600" smtClean="0">
                <a:solidFill>
                  <a:srgbClr val="013C85"/>
                </a:solidFill>
              </a:rPr>
              <a:pPr/>
              <a:t>‹#›</a:t>
            </a:fld>
            <a:endParaRPr kumimoji="1" lang="ja-JP" altLang="en-US" sz="1600">
              <a:solidFill>
                <a:srgbClr val="013C85"/>
              </a:solidFill>
            </a:endParaRPr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736F0C50-C194-741F-5AEB-FAA6A9B44669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814282" y="1921292"/>
            <a:ext cx="10563436" cy="1371445"/>
          </a:xfrm>
          <a:prstGeom prst="rect">
            <a:avLst/>
          </a:prstGeom>
        </p:spPr>
        <p:txBody>
          <a:bodyPr lIns="0" tIns="0" rIns="0" bIns="0" anchor="b">
            <a:normAutofit/>
          </a:bodyPr>
          <a:lstStyle>
            <a:lvl1pPr algn="l">
              <a:defRPr sz="3000" b="1" i="0">
                <a:solidFill>
                  <a:srgbClr val="013C85"/>
                </a:solidFill>
                <a:latin typeface="Yu Gothic" panose="020B0400000000000000" pitchFamily="34" charset="-128"/>
                <a:ea typeface="Yu Gothic" panose="020B0400000000000000" pitchFamily="34" charset="-128"/>
              </a:defRPr>
            </a:lvl1pPr>
          </a:lstStyle>
          <a:p>
            <a:r>
              <a:rPr lang="ja-JP" altLang="en-US"/>
              <a:t>マスター タイトルの書式設定</a:t>
            </a:r>
            <a:endParaRPr lang="en-US" dirty="0"/>
          </a:p>
        </p:txBody>
      </p:sp>
      <p:sp>
        <p:nvSpPr>
          <p:cNvPr id="3" name="テキスト プレースホルダー 12">
            <a:extLst>
              <a:ext uri="{FF2B5EF4-FFF2-40B4-BE49-F238E27FC236}">
                <a16:creationId xmlns:a16="http://schemas.microsoft.com/office/drawing/2014/main" id="{C8443232-A4D7-0B6A-2119-B6107EBFC188}"/>
              </a:ext>
            </a:extLst>
          </p:cNvPr>
          <p:cNvSpPr>
            <a:spLocks noGrp="1"/>
          </p:cNvSpPr>
          <p:nvPr>
            <p:ph type="body" sz="quarter" idx="15"/>
          </p:nvPr>
        </p:nvSpPr>
        <p:spPr>
          <a:xfrm>
            <a:off x="814282" y="3471448"/>
            <a:ext cx="10563436" cy="1481924"/>
          </a:xfrm>
          <a:prstGeom prst="rect">
            <a:avLst/>
          </a:prstGeom>
        </p:spPr>
        <p:txBody>
          <a:bodyPr lIns="0" tIns="0" rIns="0" bIns="0">
            <a:noAutofit/>
          </a:bodyPr>
          <a:lstStyle>
            <a:lvl1pPr marL="0" indent="0">
              <a:buNone/>
              <a:defRPr sz="2400">
                <a:solidFill>
                  <a:srgbClr val="013C85"/>
                </a:solidFill>
              </a:defRPr>
            </a:lvl1pPr>
          </a:lstStyle>
          <a:p>
            <a:pPr lvl="0"/>
            <a:r>
              <a:rPr kumimoji="1" lang="ja-JP" altLang="en-US"/>
              <a:t>マスター テキストの書式設定</a:t>
            </a:r>
          </a:p>
        </p:txBody>
      </p:sp>
    </p:spTree>
    <p:extLst>
      <p:ext uri="{BB962C8B-B14F-4D97-AF65-F5344CB8AC3E}">
        <p14:creationId xmlns:p14="http://schemas.microsoft.com/office/powerpoint/2010/main" val="477627903"/>
      </p:ext>
    </p:extLst>
  </p:cSld>
  <p:clrMapOvr>
    <a:masterClrMapping/>
  </p:clrMapOvr>
  <p:extLst>
    <p:ext uri="{DCECCB84-F9BA-43D5-87BE-67443E8EF086}">
      <p15:sldGuideLst xmlns:p15="http://schemas.microsoft.com/office/powerpoint/2012/main"/>
    </p:ext>
  </p:extLst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タイトルページ（White_BrandPromise）1">
    <p:bg>
      <p:bgPr>
        <a:blipFill dpi="0" rotWithShape="1">
          <a:blip r:embed="rId2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テキスト プレースホルダー 12">
            <a:extLst>
              <a:ext uri="{FF2B5EF4-FFF2-40B4-BE49-F238E27FC236}">
                <a16:creationId xmlns:a16="http://schemas.microsoft.com/office/drawing/2014/main" id="{A0D995C7-DCD1-BA44-4BF0-265113C3AE85}"/>
              </a:ext>
            </a:extLst>
          </p:cNvPr>
          <p:cNvSpPr>
            <a:spLocks noGrp="1"/>
          </p:cNvSpPr>
          <p:nvPr>
            <p:ph type="body" sz="quarter" idx="16"/>
          </p:nvPr>
        </p:nvSpPr>
        <p:spPr>
          <a:xfrm>
            <a:off x="5205924" y="3471448"/>
            <a:ext cx="6171794" cy="1481924"/>
          </a:xfrm>
          <a:prstGeom prst="rect">
            <a:avLst/>
          </a:prstGeom>
        </p:spPr>
        <p:txBody>
          <a:bodyPr lIns="0" tIns="0" rIns="0" bIns="0">
            <a:noAutofit/>
          </a:bodyPr>
          <a:lstStyle>
            <a:lvl1pPr marL="0" indent="0">
              <a:buNone/>
              <a:defRPr sz="2400">
                <a:solidFill>
                  <a:srgbClr val="013C85"/>
                </a:solidFill>
              </a:defRPr>
            </a:lvl1pPr>
          </a:lstStyle>
          <a:p>
            <a:pPr lvl="0"/>
            <a:r>
              <a:rPr kumimoji="1" lang="ja-JP" altLang="en-US" dirty="0"/>
              <a:t>マスター テキストの書式設定</a:t>
            </a:r>
          </a:p>
        </p:txBody>
      </p:sp>
      <p:sp>
        <p:nvSpPr>
          <p:cNvPr id="11" name="Title 1">
            <a:extLst>
              <a:ext uri="{FF2B5EF4-FFF2-40B4-BE49-F238E27FC236}">
                <a16:creationId xmlns:a16="http://schemas.microsoft.com/office/drawing/2014/main" id="{52AB5FDC-733A-C70A-FB12-285C92099A91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5205924" y="1921292"/>
            <a:ext cx="6171794" cy="1371445"/>
          </a:xfrm>
          <a:prstGeom prst="rect">
            <a:avLst/>
          </a:prstGeom>
        </p:spPr>
        <p:txBody>
          <a:bodyPr lIns="0" tIns="0" rIns="0" bIns="0" anchor="b">
            <a:normAutofit/>
          </a:bodyPr>
          <a:lstStyle>
            <a:lvl1pPr algn="l">
              <a:defRPr sz="3000" b="1" i="0">
                <a:solidFill>
                  <a:srgbClr val="013C85"/>
                </a:solidFill>
                <a:latin typeface="Yu Gothic" panose="020B0400000000000000" pitchFamily="34" charset="-128"/>
                <a:ea typeface="Yu Gothic" panose="020B0400000000000000" pitchFamily="34" charset="-128"/>
              </a:defRPr>
            </a:lvl1pPr>
          </a:lstStyle>
          <a:p>
            <a:r>
              <a:rPr lang="ja-JP" altLang="en-US" dirty="0"/>
              <a:t>マスター タイトルの書式設定</a:t>
            </a:r>
            <a:endParaRPr lang="en-US" dirty="0"/>
          </a:p>
        </p:txBody>
      </p:sp>
      <p:sp>
        <p:nvSpPr>
          <p:cNvPr id="2" name="Slide Number Placeholder 5">
            <a:extLst>
              <a:ext uri="{FF2B5EF4-FFF2-40B4-BE49-F238E27FC236}">
                <a16:creationId xmlns:a16="http://schemas.microsoft.com/office/drawing/2014/main" id="{556FBD49-6E8D-D0D0-1E72-1F8FE69ED2CA}"/>
              </a:ext>
            </a:extLst>
          </p:cNvPr>
          <p:cNvSpPr txBox="1">
            <a:spLocks/>
          </p:cNvSpPr>
          <p:nvPr userDrawn="1"/>
        </p:nvSpPr>
        <p:spPr>
          <a:xfrm>
            <a:off x="9133618" y="6326799"/>
            <a:ext cx="2743200" cy="299462"/>
          </a:xfrm>
          <a:prstGeom prst="rect">
            <a:avLst/>
          </a:prstGeom>
        </p:spPr>
        <p:txBody>
          <a:bodyPr anchor="b"/>
          <a:lstStyle>
            <a:defPPr>
              <a:defRPr lang="en-US"/>
            </a:defPPr>
            <a:lvl1pPr marL="0" algn="r" defTabSz="304670" rtl="0" eaLnBrk="1" latinLnBrk="0" hangingPunct="1">
              <a:defRPr sz="1600" b="0" i="0" kern="1200">
                <a:solidFill>
                  <a:srgbClr val="003D86"/>
                </a:solidFill>
                <a:latin typeface="Yu Gothic Medium" panose="020B0400000000000000" pitchFamily="34" charset="-128"/>
                <a:ea typeface="Yu Gothic Medium" panose="020B0400000000000000" pitchFamily="34" charset="-128"/>
                <a:cs typeface="+mn-cs"/>
              </a:defRPr>
            </a:lvl1pPr>
            <a:lvl2pPr marL="304670" algn="l" defTabSz="304670" rtl="0" eaLnBrk="1" latinLnBrk="0" hangingPunct="1">
              <a:defRPr sz="12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609336" algn="l" defTabSz="304670" rtl="0" eaLnBrk="1" latinLnBrk="0" hangingPunct="1">
              <a:defRPr sz="12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914005" algn="l" defTabSz="304670" rtl="0" eaLnBrk="1" latinLnBrk="0" hangingPunct="1">
              <a:defRPr sz="12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218672" algn="l" defTabSz="304670" rtl="0" eaLnBrk="1" latinLnBrk="0" hangingPunct="1">
              <a:defRPr sz="12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1523340" algn="l" defTabSz="304670" rtl="0" eaLnBrk="1" latinLnBrk="0" hangingPunct="1">
              <a:defRPr sz="12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1828007" algn="l" defTabSz="304670" rtl="0" eaLnBrk="1" latinLnBrk="0" hangingPunct="1">
              <a:defRPr sz="12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2132675" algn="l" defTabSz="304670" rtl="0" eaLnBrk="1" latinLnBrk="0" hangingPunct="1">
              <a:defRPr sz="12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2437344" algn="l" defTabSz="304670" rtl="0" eaLnBrk="1" latinLnBrk="0" hangingPunct="1">
              <a:defRPr sz="12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fld id="{F61D7DA0-AA9A-8342-BE3E-6EB34F8DE2BC}" type="slidenum">
              <a:rPr kumimoji="1" lang="ja-JP" altLang="en-US" sz="1600" smtClean="0">
                <a:solidFill>
                  <a:srgbClr val="013C85"/>
                </a:solidFill>
              </a:rPr>
              <a:pPr/>
              <a:t>‹#›</a:t>
            </a:fld>
            <a:endParaRPr kumimoji="1" lang="ja-JP" altLang="en-US" sz="1600" dirty="0">
              <a:solidFill>
                <a:srgbClr val="013C85"/>
              </a:solidFill>
            </a:endParaRPr>
          </a:p>
        </p:txBody>
      </p:sp>
      <p:sp>
        <p:nvSpPr>
          <p:cNvPr id="3" name="Date Placeholder 3">
            <a:extLst>
              <a:ext uri="{FF2B5EF4-FFF2-40B4-BE49-F238E27FC236}">
                <a16:creationId xmlns:a16="http://schemas.microsoft.com/office/drawing/2014/main" id="{78D78511-D148-0EF9-172D-DA2C6D03DE7E}"/>
              </a:ext>
            </a:extLst>
          </p:cNvPr>
          <p:cNvSpPr txBox="1">
            <a:spLocks/>
          </p:cNvSpPr>
          <p:nvPr userDrawn="1"/>
        </p:nvSpPr>
        <p:spPr>
          <a:xfrm>
            <a:off x="325402" y="6394865"/>
            <a:ext cx="2743200" cy="331932"/>
          </a:xfrm>
          <a:prstGeom prst="rect">
            <a:avLst/>
          </a:prstGeom>
        </p:spPr>
        <p:txBody>
          <a:bodyPr/>
          <a:lstStyle>
            <a:defPPr>
              <a:defRPr lang="en-US"/>
            </a:defPPr>
            <a:lvl1pPr marL="0" algn="l" defTabSz="304670" rtl="0" eaLnBrk="1" latinLnBrk="0" hangingPunct="1">
              <a:defRPr sz="2000" b="0" i="0" kern="1200">
                <a:solidFill>
                  <a:srgbClr val="003D86"/>
                </a:solidFill>
                <a:latin typeface="Yu Gothic Medium" panose="020B0400000000000000" pitchFamily="34" charset="-128"/>
                <a:ea typeface="Yu Gothic Medium" panose="020B0400000000000000" pitchFamily="34" charset="-128"/>
                <a:cs typeface="+mn-cs"/>
              </a:defRPr>
            </a:lvl1pPr>
            <a:lvl2pPr marL="304670" algn="l" defTabSz="304670" rtl="0" eaLnBrk="1" latinLnBrk="0" hangingPunct="1">
              <a:defRPr sz="12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609336" algn="l" defTabSz="304670" rtl="0" eaLnBrk="1" latinLnBrk="0" hangingPunct="1">
              <a:defRPr sz="12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914005" algn="l" defTabSz="304670" rtl="0" eaLnBrk="1" latinLnBrk="0" hangingPunct="1">
              <a:defRPr sz="12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218672" algn="l" defTabSz="304670" rtl="0" eaLnBrk="1" latinLnBrk="0" hangingPunct="1">
              <a:defRPr sz="12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1523340" algn="l" defTabSz="304670" rtl="0" eaLnBrk="1" latinLnBrk="0" hangingPunct="1">
              <a:defRPr sz="12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1828007" algn="l" defTabSz="304670" rtl="0" eaLnBrk="1" latinLnBrk="0" hangingPunct="1">
              <a:defRPr sz="12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2132675" algn="l" defTabSz="304670" rtl="0" eaLnBrk="1" latinLnBrk="0" hangingPunct="1">
              <a:defRPr sz="12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2437344" algn="l" defTabSz="304670" rtl="0" eaLnBrk="1" latinLnBrk="0" hangingPunct="1">
              <a:defRPr sz="12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l"/>
            <a:r>
              <a:rPr kumimoji="1" lang="en" altLang="ja-JP" sz="700" dirty="0">
                <a:solidFill>
                  <a:schemeClr val="bg1"/>
                </a:solidFill>
              </a:rPr>
              <a:t>ⓒ ITOCHU Techno-Solutions Corporation</a:t>
            </a:r>
            <a:endParaRPr kumimoji="1" lang="ja-JP" altLang="en-US" sz="700">
              <a:solidFill>
                <a:schemeClr val="bg1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3874680849"/>
      </p:ext>
    </p:extLst>
  </p:cSld>
  <p:clrMapOvr>
    <a:masterClrMapping/>
  </p:clrMapOvr>
  <p:extLst>
    <p:ext uri="{DCECCB84-F9BA-43D5-87BE-67443E8EF086}">
      <p15:sldGuideLst xmlns:p15="http://schemas.microsoft.com/office/powerpoint/2012/main"/>
    </p:ext>
  </p:extLst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本文ページ（White）_1">
    <p:bg>
      <p:bgPr>
        <a:blipFill dpi="0" rotWithShape="1">
          <a:blip r:embed="rId2" cstate="print">
            <a:lum/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Date Placeholder 3">
            <a:extLst>
              <a:ext uri="{FF2B5EF4-FFF2-40B4-BE49-F238E27FC236}">
                <a16:creationId xmlns:a16="http://schemas.microsoft.com/office/drawing/2014/main" id="{4817DC41-1215-A6C0-4C88-636C2EFE7AD2}"/>
              </a:ext>
            </a:extLst>
          </p:cNvPr>
          <p:cNvSpPr txBox="1">
            <a:spLocks/>
          </p:cNvSpPr>
          <p:nvPr userDrawn="1"/>
        </p:nvSpPr>
        <p:spPr>
          <a:xfrm>
            <a:off x="325402" y="6394865"/>
            <a:ext cx="2743200" cy="331932"/>
          </a:xfrm>
          <a:prstGeom prst="rect">
            <a:avLst/>
          </a:prstGeom>
        </p:spPr>
        <p:txBody>
          <a:bodyPr/>
          <a:lstStyle>
            <a:defPPr>
              <a:defRPr lang="en-US"/>
            </a:defPPr>
            <a:lvl1pPr marL="0" algn="l" defTabSz="304670" rtl="0" eaLnBrk="1" latinLnBrk="0" hangingPunct="1">
              <a:defRPr sz="2000" b="0" i="0" kern="1200">
                <a:solidFill>
                  <a:srgbClr val="003D86"/>
                </a:solidFill>
                <a:latin typeface="Yu Gothic Medium" panose="020B0400000000000000" pitchFamily="34" charset="-128"/>
                <a:ea typeface="Yu Gothic Medium" panose="020B0400000000000000" pitchFamily="34" charset="-128"/>
                <a:cs typeface="+mn-cs"/>
              </a:defRPr>
            </a:lvl1pPr>
            <a:lvl2pPr marL="304670" algn="l" defTabSz="304670" rtl="0" eaLnBrk="1" latinLnBrk="0" hangingPunct="1">
              <a:defRPr sz="12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609336" algn="l" defTabSz="304670" rtl="0" eaLnBrk="1" latinLnBrk="0" hangingPunct="1">
              <a:defRPr sz="12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914005" algn="l" defTabSz="304670" rtl="0" eaLnBrk="1" latinLnBrk="0" hangingPunct="1">
              <a:defRPr sz="12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218672" algn="l" defTabSz="304670" rtl="0" eaLnBrk="1" latinLnBrk="0" hangingPunct="1">
              <a:defRPr sz="12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1523340" algn="l" defTabSz="304670" rtl="0" eaLnBrk="1" latinLnBrk="0" hangingPunct="1">
              <a:defRPr sz="12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1828007" algn="l" defTabSz="304670" rtl="0" eaLnBrk="1" latinLnBrk="0" hangingPunct="1">
              <a:defRPr sz="12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2132675" algn="l" defTabSz="304670" rtl="0" eaLnBrk="1" latinLnBrk="0" hangingPunct="1">
              <a:defRPr sz="12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2437344" algn="l" defTabSz="304670" rtl="0" eaLnBrk="1" latinLnBrk="0" hangingPunct="1">
              <a:defRPr sz="12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l"/>
            <a:r>
              <a:rPr kumimoji="1" lang="en" altLang="ja-JP" sz="700" dirty="0">
                <a:solidFill>
                  <a:srgbClr val="013C85"/>
                </a:solidFill>
              </a:rPr>
              <a:t>ⓒ ITOCHU Techno-Solutions Corporation</a:t>
            </a:r>
            <a:endParaRPr kumimoji="1" lang="ja-JP" altLang="en-US" sz="700">
              <a:solidFill>
                <a:srgbClr val="013C85"/>
              </a:solidFill>
            </a:endParaRPr>
          </a:p>
        </p:txBody>
      </p:sp>
      <p:sp>
        <p:nvSpPr>
          <p:cNvPr id="9" name="Slide Number Placeholder 5">
            <a:extLst>
              <a:ext uri="{FF2B5EF4-FFF2-40B4-BE49-F238E27FC236}">
                <a16:creationId xmlns:a16="http://schemas.microsoft.com/office/drawing/2014/main" id="{023D640A-F364-BA6E-7B4B-222DF43A1541}"/>
              </a:ext>
            </a:extLst>
          </p:cNvPr>
          <p:cNvSpPr txBox="1">
            <a:spLocks/>
          </p:cNvSpPr>
          <p:nvPr userDrawn="1"/>
        </p:nvSpPr>
        <p:spPr>
          <a:xfrm>
            <a:off x="9133618" y="6326799"/>
            <a:ext cx="2743200" cy="299462"/>
          </a:xfrm>
          <a:prstGeom prst="rect">
            <a:avLst/>
          </a:prstGeom>
        </p:spPr>
        <p:txBody>
          <a:bodyPr anchor="b"/>
          <a:lstStyle>
            <a:defPPr>
              <a:defRPr lang="en-US"/>
            </a:defPPr>
            <a:lvl1pPr marL="0" algn="r" defTabSz="304670" rtl="0" eaLnBrk="1" latinLnBrk="0" hangingPunct="1">
              <a:defRPr sz="1600" b="0" i="0" kern="1200">
                <a:solidFill>
                  <a:srgbClr val="003D86"/>
                </a:solidFill>
                <a:latin typeface="Yu Gothic Medium" panose="020B0400000000000000" pitchFamily="34" charset="-128"/>
                <a:ea typeface="Yu Gothic Medium" panose="020B0400000000000000" pitchFamily="34" charset="-128"/>
                <a:cs typeface="+mn-cs"/>
              </a:defRPr>
            </a:lvl1pPr>
            <a:lvl2pPr marL="304670" algn="l" defTabSz="304670" rtl="0" eaLnBrk="1" latinLnBrk="0" hangingPunct="1">
              <a:defRPr sz="12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609336" algn="l" defTabSz="304670" rtl="0" eaLnBrk="1" latinLnBrk="0" hangingPunct="1">
              <a:defRPr sz="12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914005" algn="l" defTabSz="304670" rtl="0" eaLnBrk="1" latinLnBrk="0" hangingPunct="1">
              <a:defRPr sz="12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218672" algn="l" defTabSz="304670" rtl="0" eaLnBrk="1" latinLnBrk="0" hangingPunct="1">
              <a:defRPr sz="12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1523340" algn="l" defTabSz="304670" rtl="0" eaLnBrk="1" latinLnBrk="0" hangingPunct="1">
              <a:defRPr sz="12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1828007" algn="l" defTabSz="304670" rtl="0" eaLnBrk="1" latinLnBrk="0" hangingPunct="1">
              <a:defRPr sz="12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2132675" algn="l" defTabSz="304670" rtl="0" eaLnBrk="1" latinLnBrk="0" hangingPunct="1">
              <a:defRPr sz="12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2437344" algn="l" defTabSz="304670" rtl="0" eaLnBrk="1" latinLnBrk="0" hangingPunct="1">
              <a:defRPr sz="12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fld id="{F61D7DA0-AA9A-8342-BE3E-6EB34F8DE2BC}" type="slidenum">
              <a:rPr kumimoji="1" lang="ja-JP" altLang="en-US" sz="1600" smtClean="0">
                <a:solidFill>
                  <a:srgbClr val="013C85"/>
                </a:solidFill>
              </a:rPr>
              <a:pPr/>
              <a:t>‹#›</a:t>
            </a:fld>
            <a:endParaRPr kumimoji="1" lang="ja-JP" altLang="en-US" sz="1600">
              <a:solidFill>
                <a:srgbClr val="013C85"/>
              </a:solidFill>
            </a:endParaRPr>
          </a:p>
        </p:txBody>
      </p:sp>
      <p:sp>
        <p:nvSpPr>
          <p:cNvPr id="5" name="テキスト プレースホルダー 12">
            <a:extLst>
              <a:ext uri="{FF2B5EF4-FFF2-40B4-BE49-F238E27FC236}">
                <a16:creationId xmlns:a16="http://schemas.microsoft.com/office/drawing/2014/main" id="{D2BF2330-A7EB-FA53-0870-3EF26ACA6F67}"/>
              </a:ext>
            </a:extLst>
          </p:cNvPr>
          <p:cNvSpPr>
            <a:spLocks noGrp="1"/>
          </p:cNvSpPr>
          <p:nvPr>
            <p:ph type="body" sz="quarter" idx="15" hasCustomPrompt="1"/>
          </p:nvPr>
        </p:nvSpPr>
        <p:spPr>
          <a:xfrm>
            <a:off x="814918" y="1268414"/>
            <a:ext cx="10562800" cy="4944102"/>
          </a:xfrm>
          <a:prstGeom prst="rect">
            <a:avLst/>
          </a:prstGeom>
        </p:spPr>
        <p:txBody>
          <a:bodyPr lIns="0" tIns="0" rIns="0" bIns="0">
            <a:noAutofit/>
          </a:bodyPr>
          <a:lstStyle>
            <a:lvl1pPr marL="176213" indent="-176213" defTabSz="479968">
              <a:spcBef>
                <a:spcPts val="600"/>
              </a:spcBef>
              <a:buFont typeface="Arial" panose="020B0604020202020204" pitchFamily="34" charset="0"/>
              <a:buChar char="•"/>
              <a:defRPr sz="2800" b="0" i="0">
                <a:solidFill>
                  <a:srgbClr val="013C85"/>
                </a:solidFill>
                <a:latin typeface="Yu Gothic Medium" panose="020B0400000000000000" pitchFamily="34" charset="-128"/>
                <a:ea typeface="Yu Gothic Medium" panose="020B0400000000000000" pitchFamily="34" charset="-128"/>
              </a:defRPr>
            </a:lvl1pPr>
            <a:lvl2pPr marL="442913" indent="-136525">
              <a:spcBef>
                <a:spcPts val="600"/>
              </a:spcBef>
              <a:defRPr b="0" i="0">
                <a:solidFill>
                  <a:srgbClr val="013C85"/>
                </a:solidFill>
                <a:latin typeface="Yu Gothic Medium" panose="020B0400000000000000" pitchFamily="34" charset="-128"/>
                <a:ea typeface="Yu Gothic Medium" panose="020B0400000000000000" pitchFamily="34" charset="-128"/>
              </a:defRPr>
            </a:lvl2pPr>
            <a:lvl3pPr marL="720725" indent="-146050">
              <a:spcBef>
                <a:spcPts val="600"/>
              </a:spcBef>
              <a:defRPr b="0" i="0">
                <a:solidFill>
                  <a:srgbClr val="013C85"/>
                </a:solidFill>
                <a:latin typeface="Yu Gothic Medium" panose="020B0400000000000000" pitchFamily="34" charset="-128"/>
                <a:ea typeface="Yu Gothic Medium" panose="020B0400000000000000" pitchFamily="34" charset="-128"/>
              </a:defRPr>
            </a:lvl3pPr>
            <a:lvl4pPr marL="989013" indent="-136525">
              <a:spcBef>
                <a:spcPts val="600"/>
              </a:spcBef>
              <a:defRPr b="0" i="0">
                <a:solidFill>
                  <a:srgbClr val="013C85"/>
                </a:solidFill>
                <a:latin typeface="Yu Gothic Medium" panose="020B0400000000000000" pitchFamily="34" charset="-128"/>
                <a:ea typeface="Yu Gothic Medium" panose="020B0400000000000000" pitchFamily="34" charset="-128"/>
              </a:defRPr>
            </a:lvl4pPr>
            <a:lvl5pPr marL="1255713" indent="-136525">
              <a:spcBef>
                <a:spcPts val="600"/>
              </a:spcBef>
              <a:defRPr b="0" i="0">
                <a:solidFill>
                  <a:srgbClr val="013C85"/>
                </a:solidFill>
                <a:latin typeface="Yu Gothic Medium" panose="020B0400000000000000" pitchFamily="34" charset="-128"/>
                <a:ea typeface="Yu Gothic Medium" panose="020B0400000000000000" pitchFamily="34" charset="-128"/>
              </a:defRPr>
            </a:lvl5pPr>
            <a:lvl6pPr>
              <a:defRPr b="0" i="0">
                <a:solidFill>
                  <a:schemeClr val="bg1"/>
                </a:solidFill>
                <a:latin typeface="Yu Gothic Medium" panose="020B0400000000000000" pitchFamily="34" charset="-128"/>
                <a:ea typeface="Yu Gothic Medium" panose="020B0400000000000000" pitchFamily="34" charset="-128"/>
              </a:defRPr>
            </a:lvl6pPr>
            <a:lvl7pPr>
              <a:defRPr b="0" i="0">
                <a:solidFill>
                  <a:schemeClr val="bg1"/>
                </a:solidFill>
              </a:defRPr>
            </a:lvl7pPr>
          </a:lstStyle>
          <a:p>
            <a:pPr lvl="0"/>
            <a:r>
              <a:rPr kumimoji="1" lang="ja-JP" altLang="en-US" dirty="0"/>
              <a:t>テキストの書式設定</a:t>
            </a:r>
            <a:endParaRPr kumimoji="1" lang="en-US" altLang="ja-JP" dirty="0"/>
          </a:p>
          <a:p>
            <a:pPr lvl="1"/>
            <a:r>
              <a:rPr kumimoji="1" lang="ja-JP" altLang="en-US" dirty="0"/>
              <a:t>テキスト</a:t>
            </a:r>
            <a:endParaRPr kumimoji="1" lang="en-US" altLang="ja-JP" dirty="0"/>
          </a:p>
          <a:p>
            <a:pPr lvl="2"/>
            <a:r>
              <a:rPr kumimoji="1" lang="ja-JP" altLang="en-US" dirty="0"/>
              <a:t>テキスト</a:t>
            </a:r>
            <a:endParaRPr kumimoji="1" lang="en-US" altLang="ja-JP" dirty="0"/>
          </a:p>
          <a:p>
            <a:pPr lvl="3"/>
            <a:r>
              <a:rPr kumimoji="1" lang="ja-JP" altLang="en-US" dirty="0"/>
              <a:t>テキスト</a:t>
            </a:r>
            <a:endParaRPr kumimoji="1" lang="en-US" altLang="ja-JP" dirty="0"/>
          </a:p>
          <a:p>
            <a:pPr lvl="4"/>
            <a:r>
              <a:rPr kumimoji="1" lang="ja-JP" altLang="en-US" dirty="0"/>
              <a:t>テキスト</a:t>
            </a:r>
            <a:endParaRPr kumimoji="1" lang="en-US" altLang="ja-JP" dirty="0"/>
          </a:p>
        </p:txBody>
      </p:sp>
      <p:sp>
        <p:nvSpPr>
          <p:cNvPr id="10" name="タイトル 11">
            <a:extLst>
              <a:ext uri="{FF2B5EF4-FFF2-40B4-BE49-F238E27FC236}">
                <a16:creationId xmlns:a16="http://schemas.microsoft.com/office/drawing/2014/main" id="{AC814E34-4A98-288C-085A-C235D2DD9ED6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390525" y="347572"/>
            <a:ext cx="9367501" cy="432000"/>
          </a:xfrm>
          <a:prstGeom prst="rect">
            <a:avLst/>
          </a:prstGeom>
        </p:spPr>
        <p:txBody>
          <a:bodyPr lIns="0" tIns="0" rIns="0"/>
          <a:lstStyle>
            <a:lvl1pPr>
              <a:defRPr kumimoji="1" lang="ja-JP" altLang="en-US" sz="2800" b="1" i="0" kern="1200" dirty="0">
                <a:solidFill>
                  <a:srgbClr val="013C85"/>
                </a:solidFill>
                <a:latin typeface="Yu Gothic" panose="020B0400000000000000" pitchFamily="34" charset="-128"/>
                <a:ea typeface="Yu Gothic" panose="020B0400000000000000" pitchFamily="34" charset="-128"/>
                <a:cs typeface="+mn-cs"/>
              </a:defRPr>
            </a:lvl1pPr>
          </a:lstStyle>
          <a:p>
            <a:pPr marL="0" lvl="0" indent="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None/>
            </a:pPr>
            <a:r>
              <a:rPr kumimoji="1" lang="ja-JP" altLang="en-US" dirty="0"/>
              <a:t>タイトルの書式設定</a:t>
            </a:r>
          </a:p>
        </p:txBody>
      </p:sp>
    </p:spTree>
    <p:extLst>
      <p:ext uri="{BB962C8B-B14F-4D97-AF65-F5344CB8AC3E}">
        <p14:creationId xmlns:p14="http://schemas.microsoft.com/office/powerpoint/2010/main" val="1134157832"/>
      </p:ext>
    </p:extLst>
  </p:cSld>
  <p:clrMapOvr>
    <a:masterClrMapping/>
  </p:clrMapOvr>
  <p:extLst>
    <p:ext uri="{DCECCB84-F9BA-43D5-87BE-67443E8EF086}">
      <p15:sldGuideLst xmlns:p15="http://schemas.microsoft.com/office/powerpoint/2012/main"/>
    </p:ext>
  </p:extLst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本文ページ（White）_2">
    <p:bg>
      <p:bgPr>
        <a:blipFill dpi="0" rotWithShape="1">
          <a:blip r:embed="rId2" cstate="print">
            <a:lum/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テキスト プレースホルダー 12">
            <a:extLst>
              <a:ext uri="{FF2B5EF4-FFF2-40B4-BE49-F238E27FC236}">
                <a16:creationId xmlns:a16="http://schemas.microsoft.com/office/drawing/2014/main" id="{F9155394-BEEF-1B33-612E-CF22A49FB2C2}"/>
              </a:ext>
            </a:extLst>
          </p:cNvPr>
          <p:cNvSpPr>
            <a:spLocks noGrp="1"/>
          </p:cNvSpPr>
          <p:nvPr>
            <p:ph type="body" sz="quarter" idx="19" hasCustomPrompt="1"/>
          </p:nvPr>
        </p:nvSpPr>
        <p:spPr>
          <a:xfrm>
            <a:off x="6428054" y="1268414"/>
            <a:ext cx="4949027" cy="4944102"/>
          </a:xfrm>
          <a:prstGeom prst="rect">
            <a:avLst/>
          </a:prstGeom>
        </p:spPr>
        <p:txBody>
          <a:bodyPr lIns="0" tIns="0" rIns="0" bIns="0">
            <a:noAutofit/>
          </a:bodyPr>
          <a:lstStyle>
            <a:lvl1pPr marL="176213" indent="-176213" defTabSz="479968">
              <a:spcBef>
                <a:spcPts val="600"/>
              </a:spcBef>
              <a:buFont typeface="Arial" panose="020B0604020202020204" pitchFamily="34" charset="0"/>
              <a:buChar char="•"/>
              <a:defRPr sz="2800" b="0" i="0">
                <a:solidFill>
                  <a:srgbClr val="013C85"/>
                </a:solidFill>
                <a:latin typeface="Yu Gothic Medium" panose="020B0400000000000000" pitchFamily="34" charset="-128"/>
                <a:ea typeface="Yu Gothic Medium" panose="020B0400000000000000" pitchFamily="34" charset="-128"/>
              </a:defRPr>
            </a:lvl1pPr>
            <a:lvl2pPr marL="442913" indent="-136525">
              <a:spcBef>
                <a:spcPts val="600"/>
              </a:spcBef>
              <a:defRPr b="0" i="0">
                <a:solidFill>
                  <a:srgbClr val="013C85"/>
                </a:solidFill>
                <a:latin typeface="Yu Gothic Medium" panose="020B0400000000000000" pitchFamily="34" charset="-128"/>
                <a:ea typeface="Yu Gothic Medium" panose="020B0400000000000000" pitchFamily="34" charset="-128"/>
              </a:defRPr>
            </a:lvl2pPr>
            <a:lvl3pPr marL="720725" indent="-146050">
              <a:spcBef>
                <a:spcPts val="600"/>
              </a:spcBef>
              <a:defRPr b="0" i="0">
                <a:solidFill>
                  <a:srgbClr val="013C85"/>
                </a:solidFill>
                <a:latin typeface="Yu Gothic Medium" panose="020B0400000000000000" pitchFamily="34" charset="-128"/>
                <a:ea typeface="Yu Gothic Medium" panose="020B0400000000000000" pitchFamily="34" charset="-128"/>
              </a:defRPr>
            </a:lvl3pPr>
            <a:lvl4pPr marL="989013" indent="-136525">
              <a:spcBef>
                <a:spcPts val="600"/>
              </a:spcBef>
              <a:defRPr b="0" i="0">
                <a:solidFill>
                  <a:srgbClr val="013C85"/>
                </a:solidFill>
                <a:latin typeface="Yu Gothic Medium" panose="020B0400000000000000" pitchFamily="34" charset="-128"/>
                <a:ea typeface="Yu Gothic Medium" panose="020B0400000000000000" pitchFamily="34" charset="-128"/>
              </a:defRPr>
            </a:lvl4pPr>
            <a:lvl5pPr marL="1255713" indent="-136525">
              <a:spcBef>
                <a:spcPts val="600"/>
              </a:spcBef>
              <a:defRPr b="0" i="0">
                <a:solidFill>
                  <a:srgbClr val="013C85"/>
                </a:solidFill>
                <a:latin typeface="Yu Gothic Medium" panose="020B0400000000000000" pitchFamily="34" charset="-128"/>
                <a:ea typeface="Yu Gothic Medium" panose="020B0400000000000000" pitchFamily="34" charset="-128"/>
              </a:defRPr>
            </a:lvl5pPr>
            <a:lvl6pPr>
              <a:defRPr b="0" i="0">
                <a:solidFill>
                  <a:schemeClr val="bg1"/>
                </a:solidFill>
                <a:latin typeface="Yu Gothic Medium" panose="020B0400000000000000" pitchFamily="34" charset="-128"/>
                <a:ea typeface="Yu Gothic Medium" panose="020B0400000000000000" pitchFamily="34" charset="-128"/>
              </a:defRPr>
            </a:lvl6pPr>
            <a:lvl7pPr>
              <a:defRPr b="0" i="0">
                <a:solidFill>
                  <a:schemeClr val="bg1"/>
                </a:solidFill>
              </a:defRPr>
            </a:lvl7pPr>
          </a:lstStyle>
          <a:p>
            <a:pPr lvl="0"/>
            <a:r>
              <a:rPr kumimoji="1" lang="ja-JP" altLang="en-US" dirty="0"/>
              <a:t>テキストの書式設定</a:t>
            </a:r>
            <a:endParaRPr kumimoji="1" lang="en-US" altLang="ja-JP" dirty="0"/>
          </a:p>
          <a:p>
            <a:pPr lvl="1"/>
            <a:r>
              <a:rPr kumimoji="1" lang="ja-JP" altLang="en-US" dirty="0"/>
              <a:t>テキスト</a:t>
            </a:r>
            <a:endParaRPr kumimoji="1" lang="en-US" altLang="ja-JP" dirty="0"/>
          </a:p>
          <a:p>
            <a:pPr lvl="2"/>
            <a:r>
              <a:rPr kumimoji="1" lang="ja-JP" altLang="en-US" dirty="0"/>
              <a:t>テキスト</a:t>
            </a:r>
            <a:endParaRPr kumimoji="1" lang="en-US" altLang="ja-JP" dirty="0"/>
          </a:p>
          <a:p>
            <a:pPr lvl="3"/>
            <a:r>
              <a:rPr kumimoji="1" lang="ja-JP" altLang="en-US" dirty="0"/>
              <a:t>テキスト</a:t>
            </a:r>
            <a:endParaRPr kumimoji="1" lang="en-US" altLang="ja-JP" dirty="0"/>
          </a:p>
          <a:p>
            <a:pPr lvl="4"/>
            <a:r>
              <a:rPr kumimoji="1" lang="ja-JP" altLang="en-US" dirty="0"/>
              <a:t>テキスト</a:t>
            </a:r>
            <a:endParaRPr kumimoji="1" lang="en-US" altLang="ja-JP" dirty="0"/>
          </a:p>
        </p:txBody>
      </p:sp>
      <p:sp>
        <p:nvSpPr>
          <p:cNvPr id="2" name="テキスト プレースホルダー 12">
            <a:extLst>
              <a:ext uri="{FF2B5EF4-FFF2-40B4-BE49-F238E27FC236}">
                <a16:creationId xmlns:a16="http://schemas.microsoft.com/office/drawing/2014/main" id="{5F10BDFD-D91E-C798-6FA4-23E8F647FEDC}"/>
              </a:ext>
            </a:extLst>
          </p:cNvPr>
          <p:cNvSpPr>
            <a:spLocks noGrp="1"/>
          </p:cNvSpPr>
          <p:nvPr>
            <p:ph type="body" sz="quarter" idx="18" hasCustomPrompt="1"/>
          </p:nvPr>
        </p:nvSpPr>
        <p:spPr>
          <a:xfrm>
            <a:off x="814918" y="1268414"/>
            <a:ext cx="4948392" cy="4944102"/>
          </a:xfrm>
          <a:prstGeom prst="rect">
            <a:avLst/>
          </a:prstGeom>
        </p:spPr>
        <p:txBody>
          <a:bodyPr lIns="0" tIns="0" rIns="0" bIns="0">
            <a:noAutofit/>
          </a:bodyPr>
          <a:lstStyle>
            <a:lvl1pPr marL="176213" indent="-176213" defTabSz="479968">
              <a:spcBef>
                <a:spcPts val="600"/>
              </a:spcBef>
              <a:buFont typeface="Arial" panose="020B0604020202020204" pitchFamily="34" charset="0"/>
              <a:buChar char="•"/>
              <a:defRPr sz="2800" b="0" i="0">
                <a:solidFill>
                  <a:srgbClr val="013C85"/>
                </a:solidFill>
                <a:latin typeface="Yu Gothic Medium" panose="020B0400000000000000" pitchFamily="34" charset="-128"/>
                <a:ea typeface="Yu Gothic Medium" panose="020B0400000000000000" pitchFamily="34" charset="-128"/>
              </a:defRPr>
            </a:lvl1pPr>
            <a:lvl2pPr marL="442913" indent="-136525">
              <a:spcBef>
                <a:spcPts val="600"/>
              </a:spcBef>
              <a:defRPr b="0" i="0">
                <a:solidFill>
                  <a:srgbClr val="013C85"/>
                </a:solidFill>
                <a:latin typeface="Yu Gothic Medium" panose="020B0400000000000000" pitchFamily="34" charset="-128"/>
                <a:ea typeface="Yu Gothic Medium" panose="020B0400000000000000" pitchFamily="34" charset="-128"/>
              </a:defRPr>
            </a:lvl2pPr>
            <a:lvl3pPr marL="720725" indent="-146050">
              <a:spcBef>
                <a:spcPts val="600"/>
              </a:spcBef>
              <a:defRPr b="0" i="0">
                <a:solidFill>
                  <a:srgbClr val="013C85"/>
                </a:solidFill>
                <a:latin typeface="Yu Gothic Medium" panose="020B0400000000000000" pitchFamily="34" charset="-128"/>
                <a:ea typeface="Yu Gothic Medium" panose="020B0400000000000000" pitchFamily="34" charset="-128"/>
              </a:defRPr>
            </a:lvl3pPr>
            <a:lvl4pPr marL="989013" indent="-136525">
              <a:spcBef>
                <a:spcPts val="600"/>
              </a:spcBef>
              <a:defRPr b="0" i="0">
                <a:solidFill>
                  <a:srgbClr val="013C85"/>
                </a:solidFill>
                <a:latin typeface="Yu Gothic Medium" panose="020B0400000000000000" pitchFamily="34" charset="-128"/>
                <a:ea typeface="Yu Gothic Medium" panose="020B0400000000000000" pitchFamily="34" charset="-128"/>
              </a:defRPr>
            </a:lvl4pPr>
            <a:lvl5pPr marL="1255713" indent="-136525">
              <a:spcBef>
                <a:spcPts val="600"/>
              </a:spcBef>
              <a:defRPr b="0" i="0">
                <a:solidFill>
                  <a:srgbClr val="013C85"/>
                </a:solidFill>
                <a:latin typeface="Yu Gothic Medium" panose="020B0400000000000000" pitchFamily="34" charset="-128"/>
                <a:ea typeface="Yu Gothic Medium" panose="020B0400000000000000" pitchFamily="34" charset="-128"/>
              </a:defRPr>
            </a:lvl5pPr>
            <a:lvl6pPr>
              <a:defRPr b="0" i="0">
                <a:solidFill>
                  <a:schemeClr val="bg1"/>
                </a:solidFill>
                <a:latin typeface="Yu Gothic Medium" panose="020B0400000000000000" pitchFamily="34" charset="-128"/>
                <a:ea typeface="Yu Gothic Medium" panose="020B0400000000000000" pitchFamily="34" charset="-128"/>
              </a:defRPr>
            </a:lvl6pPr>
            <a:lvl7pPr>
              <a:defRPr b="0" i="0">
                <a:solidFill>
                  <a:schemeClr val="bg1"/>
                </a:solidFill>
              </a:defRPr>
            </a:lvl7pPr>
          </a:lstStyle>
          <a:p>
            <a:pPr lvl="0"/>
            <a:r>
              <a:rPr kumimoji="1" lang="ja-JP" altLang="en-US" dirty="0"/>
              <a:t>テキストの書式設定</a:t>
            </a:r>
            <a:endParaRPr kumimoji="1" lang="en-US" altLang="ja-JP" dirty="0"/>
          </a:p>
          <a:p>
            <a:pPr lvl="1"/>
            <a:r>
              <a:rPr kumimoji="1" lang="ja-JP" altLang="en-US" dirty="0"/>
              <a:t>テキスト</a:t>
            </a:r>
            <a:endParaRPr kumimoji="1" lang="en-US" altLang="ja-JP" dirty="0"/>
          </a:p>
          <a:p>
            <a:pPr lvl="2"/>
            <a:r>
              <a:rPr kumimoji="1" lang="ja-JP" altLang="en-US" dirty="0"/>
              <a:t>テキスト</a:t>
            </a:r>
            <a:endParaRPr kumimoji="1" lang="en-US" altLang="ja-JP" dirty="0"/>
          </a:p>
          <a:p>
            <a:pPr lvl="3"/>
            <a:r>
              <a:rPr kumimoji="1" lang="ja-JP" altLang="en-US" dirty="0"/>
              <a:t>テキスト</a:t>
            </a:r>
            <a:endParaRPr kumimoji="1" lang="en-US" altLang="ja-JP" dirty="0"/>
          </a:p>
          <a:p>
            <a:pPr lvl="4"/>
            <a:r>
              <a:rPr kumimoji="1" lang="ja-JP" altLang="en-US" dirty="0"/>
              <a:t>テキスト</a:t>
            </a:r>
            <a:endParaRPr kumimoji="1" lang="en-US" altLang="ja-JP" dirty="0"/>
          </a:p>
        </p:txBody>
      </p:sp>
      <p:sp>
        <p:nvSpPr>
          <p:cNvPr id="8" name="Date Placeholder 3">
            <a:extLst>
              <a:ext uri="{FF2B5EF4-FFF2-40B4-BE49-F238E27FC236}">
                <a16:creationId xmlns:a16="http://schemas.microsoft.com/office/drawing/2014/main" id="{4817DC41-1215-A6C0-4C88-636C2EFE7AD2}"/>
              </a:ext>
            </a:extLst>
          </p:cNvPr>
          <p:cNvSpPr txBox="1">
            <a:spLocks/>
          </p:cNvSpPr>
          <p:nvPr userDrawn="1"/>
        </p:nvSpPr>
        <p:spPr>
          <a:xfrm>
            <a:off x="325402" y="6394865"/>
            <a:ext cx="2743200" cy="331932"/>
          </a:xfrm>
          <a:prstGeom prst="rect">
            <a:avLst/>
          </a:prstGeom>
        </p:spPr>
        <p:txBody>
          <a:bodyPr/>
          <a:lstStyle>
            <a:defPPr>
              <a:defRPr lang="en-US"/>
            </a:defPPr>
            <a:lvl1pPr marL="0" algn="l" defTabSz="304670" rtl="0" eaLnBrk="1" latinLnBrk="0" hangingPunct="1">
              <a:defRPr sz="2000" b="0" i="0" kern="1200">
                <a:solidFill>
                  <a:srgbClr val="003D86"/>
                </a:solidFill>
                <a:latin typeface="Yu Gothic Medium" panose="020B0400000000000000" pitchFamily="34" charset="-128"/>
                <a:ea typeface="Yu Gothic Medium" panose="020B0400000000000000" pitchFamily="34" charset="-128"/>
                <a:cs typeface="+mn-cs"/>
              </a:defRPr>
            </a:lvl1pPr>
            <a:lvl2pPr marL="304670" algn="l" defTabSz="304670" rtl="0" eaLnBrk="1" latinLnBrk="0" hangingPunct="1">
              <a:defRPr sz="12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609336" algn="l" defTabSz="304670" rtl="0" eaLnBrk="1" latinLnBrk="0" hangingPunct="1">
              <a:defRPr sz="12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914005" algn="l" defTabSz="304670" rtl="0" eaLnBrk="1" latinLnBrk="0" hangingPunct="1">
              <a:defRPr sz="12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218672" algn="l" defTabSz="304670" rtl="0" eaLnBrk="1" latinLnBrk="0" hangingPunct="1">
              <a:defRPr sz="12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1523340" algn="l" defTabSz="304670" rtl="0" eaLnBrk="1" latinLnBrk="0" hangingPunct="1">
              <a:defRPr sz="12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1828007" algn="l" defTabSz="304670" rtl="0" eaLnBrk="1" latinLnBrk="0" hangingPunct="1">
              <a:defRPr sz="12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2132675" algn="l" defTabSz="304670" rtl="0" eaLnBrk="1" latinLnBrk="0" hangingPunct="1">
              <a:defRPr sz="12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2437344" algn="l" defTabSz="304670" rtl="0" eaLnBrk="1" latinLnBrk="0" hangingPunct="1">
              <a:defRPr sz="12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l"/>
            <a:r>
              <a:rPr kumimoji="1" lang="en" altLang="ja-JP" sz="700" dirty="0">
                <a:solidFill>
                  <a:srgbClr val="013C85"/>
                </a:solidFill>
              </a:rPr>
              <a:t>ⓒ ITOCHU Techno-Solutions Corporation</a:t>
            </a:r>
            <a:endParaRPr kumimoji="1" lang="ja-JP" altLang="en-US" sz="700">
              <a:solidFill>
                <a:srgbClr val="013C85"/>
              </a:solidFill>
            </a:endParaRPr>
          </a:p>
        </p:txBody>
      </p:sp>
      <p:sp>
        <p:nvSpPr>
          <p:cNvPr id="9" name="Slide Number Placeholder 5">
            <a:extLst>
              <a:ext uri="{FF2B5EF4-FFF2-40B4-BE49-F238E27FC236}">
                <a16:creationId xmlns:a16="http://schemas.microsoft.com/office/drawing/2014/main" id="{023D640A-F364-BA6E-7B4B-222DF43A1541}"/>
              </a:ext>
            </a:extLst>
          </p:cNvPr>
          <p:cNvSpPr txBox="1">
            <a:spLocks/>
          </p:cNvSpPr>
          <p:nvPr userDrawn="1"/>
        </p:nvSpPr>
        <p:spPr>
          <a:xfrm>
            <a:off x="9133618" y="6326799"/>
            <a:ext cx="2743200" cy="299462"/>
          </a:xfrm>
          <a:prstGeom prst="rect">
            <a:avLst/>
          </a:prstGeom>
        </p:spPr>
        <p:txBody>
          <a:bodyPr anchor="b"/>
          <a:lstStyle>
            <a:defPPr>
              <a:defRPr lang="en-US"/>
            </a:defPPr>
            <a:lvl1pPr marL="0" algn="r" defTabSz="304670" rtl="0" eaLnBrk="1" latinLnBrk="0" hangingPunct="1">
              <a:defRPr sz="1600" b="0" i="0" kern="1200">
                <a:solidFill>
                  <a:srgbClr val="003D86"/>
                </a:solidFill>
                <a:latin typeface="Yu Gothic Medium" panose="020B0400000000000000" pitchFamily="34" charset="-128"/>
                <a:ea typeface="Yu Gothic Medium" panose="020B0400000000000000" pitchFamily="34" charset="-128"/>
                <a:cs typeface="+mn-cs"/>
              </a:defRPr>
            </a:lvl1pPr>
            <a:lvl2pPr marL="304670" algn="l" defTabSz="304670" rtl="0" eaLnBrk="1" latinLnBrk="0" hangingPunct="1">
              <a:defRPr sz="12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609336" algn="l" defTabSz="304670" rtl="0" eaLnBrk="1" latinLnBrk="0" hangingPunct="1">
              <a:defRPr sz="12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914005" algn="l" defTabSz="304670" rtl="0" eaLnBrk="1" latinLnBrk="0" hangingPunct="1">
              <a:defRPr sz="12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218672" algn="l" defTabSz="304670" rtl="0" eaLnBrk="1" latinLnBrk="0" hangingPunct="1">
              <a:defRPr sz="12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1523340" algn="l" defTabSz="304670" rtl="0" eaLnBrk="1" latinLnBrk="0" hangingPunct="1">
              <a:defRPr sz="12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1828007" algn="l" defTabSz="304670" rtl="0" eaLnBrk="1" latinLnBrk="0" hangingPunct="1">
              <a:defRPr sz="12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2132675" algn="l" defTabSz="304670" rtl="0" eaLnBrk="1" latinLnBrk="0" hangingPunct="1">
              <a:defRPr sz="12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2437344" algn="l" defTabSz="304670" rtl="0" eaLnBrk="1" latinLnBrk="0" hangingPunct="1">
              <a:defRPr sz="12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fld id="{F61D7DA0-AA9A-8342-BE3E-6EB34F8DE2BC}" type="slidenum">
              <a:rPr kumimoji="1" lang="ja-JP" altLang="en-US" sz="1600" smtClean="0">
                <a:solidFill>
                  <a:srgbClr val="013C85"/>
                </a:solidFill>
              </a:rPr>
              <a:pPr/>
              <a:t>‹#›</a:t>
            </a:fld>
            <a:endParaRPr kumimoji="1" lang="ja-JP" altLang="en-US" sz="1600">
              <a:solidFill>
                <a:srgbClr val="013C85"/>
              </a:solidFill>
            </a:endParaRPr>
          </a:p>
        </p:txBody>
      </p:sp>
      <p:sp>
        <p:nvSpPr>
          <p:cNvPr id="5" name="タイトル 11">
            <a:extLst>
              <a:ext uri="{FF2B5EF4-FFF2-40B4-BE49-F238E27FC236}">
                <a16:creationId xmlns:a16="http://schemas.microsoft.com/office/drawing/2014/main" id="{5018D083-D2AC-153C-8510-2B3811294C6B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390525" y="347572"/>
            <a:ext cx="9367501" cy="432000"/>
          </a:xfrm>
          <a:prstGeom prst="rect">
            <a:avLst/>
          </a:prstGeom>
        </p:spPr>
        <p:txBody>
          <a:bodyPr lIns="0" tIns="0" rIns="0"/>
          <a:lstStyle>
            <a:lvl1pPr>
              <a:defRPr kumimoji="1" lang="ja-JP" altLang="en-US" sz="2800" b="1" i="0" kern="1200" dirty="0">
                <a:solidFill>
                  <a:srgbClr val="013C85"/>
                </a:solidFill>
                <a:latin typeface="Yu Gothic" panose="020B0400000000000000" pitchFamily="34" charset="-128"/>
                <a:ea typeface="Yu Gothic" panose="020B0400000000000000" pitchFamily="34" charset="-128"/>
                <a:cs typeface="+mn-cs"/>
              </a:defRPr>
            </a:lvl1pPr>
          </a:lstStyle>
          <a:p>
            <a:pPr marL="0" lvl="0" indent="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None/>
            </a:pPr>
            <a:r>
              <a:rPr kumimoji="1" lang="ja-JP" altLang="en-US" dirty="0"/>
              <a:t>タイトルの書式設定</a:t>
            </a:r>
          </a:p>
        </p:txBody>
      </p:sp>
    </p:spTree>
    <p:extLst>
      <p:ext uri="{BB962C8B-B14F-4D97-AF65-F5344CB8AC3E}">
        <p14:creationId xmlns:p14="http://schemas.microsoft.com/office/powerpoint/2010/main" val="1877634845"/>
      </p:ext>
    </p:extLst>
  </p:cSld>
  <p:clrMapOvr>
    <a:masterClrMapping/>
  </p:clrMapOvr>
  <p:extLst>
    <p:ext uri="{DCECCB84-F9BA-43D5-87BE-67443E8EF086}">
      <p15:sldGuideLst xmlns:p15="http://schemas.microsoft.com/office/powerpoint/2012/main"/>
    </p:ext>
  </p:extLst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本文ページ（Photo）1">
    <p:bg>
      <p:bgPr>
        <a:blipFill dpi="0" rotWithShape="1">
          <a:blip r:embed="rId2" cstate="print">
            <a:lum/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タイトル 4">
            <a:extLst>
              <a:ext uri="{FF2B5EF4-FFF2-40B4-BE49-F238E27FC236}">
                <a16:creationId xmlns:a16="http://schemas.microsoft.com/office/drawing/2014/main" id="{15C3FDE2-46C8-2463-C44C-91188DA0B022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6429600" y="1741550"/>
            <a:ext cx="4947481" cy="365125"/>
          </a:xfrm>
          <a:prstGeom prst="rect">
            <a:avLst/>
          </a:prstGeom>
        </p:spPr>
        <p:txBody>
          <a:bodyPr lIns="0" tIns="0" rIns="0" bIns="0"/>
          <a:lstStyle>
            <a:lvl1pPr>
              <a:defRPr kumimoji="1" lang="ja-JP" altLang="en-US" sz="2800" b="1" i="0" kern="1200" dirty="0">
                <a:solidFill>
                  <a:srgbClr val="013C85"/>
                </a:solidFill>
                <a:latin typeface="Yu Gothic" panose="020B0400000000000000" pitchFamily="34" charset="-128"/>
                <a:ea typeface="Yu Gothic" panose="020B0400000000000000" pitchFamily="34" charset="-128"/>
                <a:cs typeface="+mn-cs"/>
              </a:defRPr>
            </a:lvl1pPr>
          </a:lstStyle>
          <a:p>
            <a:pPr marL="0" lvl="0" indent="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None/>
            </a:pPr>
            <a:r>
              <a:rPr kumimoji="1" lang="ja-JP" altLang="en-US" dirty="0"/>
              <a:t>タイトルの書式設定</a:t>
            </a:r>
          </a:p>
        </p:txBody>
      </p:sp>
      <p:sp>
        <p:nvSpPr>
          <p:cNvPr id="2" name="テキスト プレースホルダー 12">
            <a:extLst>
              <a:ext uri="{FF2B5EF4-FFF2-40B4-BE49-F238E27FC236}">
                <a16:creationId xmlns:a16="http://schemas.microsoft.com/office/drawing/2014/main" id="{422F49F7-97F3-7D1C-8735-21766B5E5CD8}"/>
              </a:ext>
            </a:extLst>
          </p:cNvPr>
          <p:cNvSpPr>
            <a:spLocks noGrp="1"/>
          </p:cNvSpPr>
          <p:nvPr>
            <p:ph type="body" sz="quarter" idx="19" hasCustomPrompt="1"/>
          </p:nvPr>
        </p:nvSpPr>
        <p:spPr>
          <a:xfrm>
            <a:off x="6428054" y="2630076"/>
            <a:ext cx="4949027" cy="3582440"/>
          </a:xfrm>
          <a:prstGeom prst="rect">
            <a:avLst/>
          </a:prstGeom>
        </p:spPr>
        <p:txBody>
          <a:bodyPr lIns="0" tIns="0" rIns="0" bIns="0">
            <a:noAutofit/>
          </a:bodyPr>
          <a:lstStyle>
            <a:lvl1pPr marL="176213" indent="-176213" defTabSz="479968">
              <a:spcBef>
                <a:spcPts val="600"/>
              </a:spcBef>
              <a:buFont typeface="Arial" panose="020B0604020202020204" pitchFamily="34" charset="0"/>
              <a:buChar char="•"/>
              <a:defRPr sz="2800" b="0" i="0">
                <a:solidFill>
                  <a:srgbClr val="013C85"/>
                </a:solidFill>
                <a:latin typeface="Yu Gothic Medium" panose="020B0400000000000000" pitchFamily="34" charset="-128"/>
                <a:ea typeface="Yu Gothic Medium" panose="020B0400000000000000" pitchFamily="34" charset="-128"/>
              </a:defRPr>
            </a:lvl1pPr>
            <a:lvl2pPr marL="442913" indent="-136525">
              <a:spcBef>
                <a:spcPts val="600"/>
              </a:spcBef>
              <a:defRPr b="0" i="0">
                <a:solidFill>
                  <a:srgbClr val="013C85"/>
                </a:solidFill>
                <a:latin typeface="Yu Gothic Medium" panose="020B0400000000000000" pitchFamily="34" charset="-128"/>
                <a:ea typeface="Yu Gothic Medium" panose="020B0400000000000000" pitchFamily="34" charset="-128"/>
              </a:defRPr>
            </a:lvl2pPr>
            <a:lvl3pPr marL="720725" indent="-146050">
              <a:spcBef>
                <a:spcPts val="600"/>
              </a:spcBef>
              <a:defRPr b="0" i="0">
                <a:solidFill>
                  <a:srgbClr val="013C85"/>
                </a:solidFill>
                <a:latin typeface="Yu Gothic Medium" panose="020B0400000000000000" pitchFamily="34" charset="-128"/>
                <a:ea typeface="Yu Gothic Medium" panose="020B0400000000000000" pitchFamily="34" charset="-128"/>
              </a:defRPr>
            </a:lvl3pPr>
            <a:lvl4pPr marL="989013" indent="-136525">
              <a:spcBef>
                <a:spcPts val="600"/>
              </a:spcBef>
              <a:defRPr b="0" i="0">
                <a:solidFill>
                  <a:srgbClr val="013C85"/>
                </a:solidFill>
                <a:latin typeface="Yu Gothic Medium" panose="020B0400000000000000" pitchFamily="34" charset="-128"/>
                <a:ea typeface="Yu Gothic Medium" panose="020B0400000000000000" pitchFamily="34" charset="-128"/>
              </a:defRPr>
            </a:lvl4pPr>
            <a:lvl5pPr marL="1255713" indent="-136525">
              <a:spcBef>
                <a:spcPts val="600"/>
              </a:spcBef>
              <a:defRPr b="0" i="0">
                <a:solidFill>
                  <a:srgbClr val="013C85"/>
                </a:solidFill>
                <a:latin typeface="Yu Gothic Medium" panose="020B0400000000000000" pitchFamily="34" charset="-128"/>
                <a:ea typeface="Yu Gothic Medium" panose="020B0400000000000000" pitchFamily="34" charset="-128"/>
              </a:defRPr>
            </a:lvl5pPr>
            <a:lvl6pPr>
              <a:defRPr b="0" i="0">
                <a:solidFill>
                  <a:schemeClr val="bg1"/>
                </a:solidFill>
                <a:latin typeface="Yu Gothic Medium" panose="020B0400000000000000" pitchFamily="34" charset="-128"/>
                <a:ea typeface="Yu Gothic Medium" panose="020B0400000000000000" pitchFamily="34" charset="-128"/>
              </a:defRPr>
            </a:lvl6pPr>
            <a:lvl7pPr>
              <a:defRPr b="0" i="0">
                <a:solidFill>
                  <a:schemeClr val="bg1"/>
                </a:solidFill>
              </a:defRPr>
            </a:lvl7pPr>
          </a:lstStyle>
          <a:p>
            <a:pPr lvl="0"/>
            <a:r>
              <a:rPr kumimoji="1" lang="ja-JP" altLang="en-US" dirty="0"/>
              <a:t>テキストの書式設定</a:t>
            </a:r>
            <a:endParaRPr kumimoji="1" lang="en-US" altLang="ja-JP" dirty="0"/>
          </a:p>
          <a:p>
            <a:pPr lvl="1"/>
            <a:r>
              <a:rPr kumimoji="1" lang="ja-JP" altLang="en-US" dirty="0"/>
              <a:t>テキスト</a:t>
            </a:r>
            <a:endParaRPr kumimoji="1" lang="en-US" altLang="ja-JP" dirty="0"/>
          </a:p>
          <a:p>
            <a:pPr lvl="2"/>
            <a:r>
              <a:rPr kumimoji="1" lang="ja-JP" altLang="en-US" dirty="0"/>
              <a:t>テキスト</a:t>
            </a:r>
            <a:endParaRPr kumimoji="1" lang="en-US" altLang="ja-JP" dirty="0"/>
          </a:p>
          <a:p>
            <a:pPr lvl="3"/>
            <a:r>
              <a:rPr kumimoji="1" lang="ja-JP" altLang="en-US" dirty="0"/>
              <a:t>テキスト</a:t>
            </a:r>
            <a:endParaRPr kumimoji="1" lang="en-US" altLang="ja-JP" dirty="0"/>
          </a:p>
          <a:p>
            <a:pPr lvl="4"/>
            <a:r>
              <a:rPr kumimoji="1" lang="ja-JP" altLang="en-US" dirty="0"/>
              <a:t>テキスト</a:t>
            </a:r>
            <a:endParaRPr kumimoji="1" lang="en-US" altLang="ja-JP" dirty="0"/>
          </a:p>
        </p:txBody>
      </p:sp>
      <p:sp>
        <p:nvSpPr>
          <p:cNvPr id="16" name="Slide Number Placeholder 5">
            <a:extLst>
              <a:ext uri="{FF2B5EF4-FFF2-40B4-BE49-F238E27FC236}">
                <a16:creationId xmlns:a16="http://schemas.microsoft.com/office/drawing/2014/main" id="{7897D687-90EE-4A4F-C8E7-8CBB9A645AD9}"/>
              </a:ext>
            </a:extLst>
          </p:cNvPr>
          <p:cNvSpPr txBox="1">
            <a:spLocks/>
          </p:cNvSpPr>
          <p:nvPr userDrawn="1"/>
        </p:nvSpPr>
        <p:spPr>
          <a:xfrm>
            <a:off x="9133618" y="6326799"/>
            <a:ext cx="2743200" cy="299462"/>
          </a:xfrm>
          <a:prstGeom prst="rect">
            <a:avLst/>
          </a:prstGeom>
        </p:spPr>
        <p:txBody>
          <a:bodyPr anchor="b"/>
          <a:lstStyle>
            <a:defPPr>
              <a:defRPr lang="en-US"/>
            </a:defPPr>
            <a:lvl1pPr marL="0" algn="r" defTabSz="304670" rtl="0" eaLnBrk="1" latinLnBrk="0" hangingPunct="1">
              <a:defRPr sz="1600" b="0" i="0" kern="1200">
                <a:solidFill>
                  <a:srgbClr val="003D86"/>
                </a:solidFill>
                <a:latin typeface="Yu Gothic Medium" panose="020B0400000000000000" pitchFamily="34" charset="-128"/>
                <a:ea typeface="Yu Gothic Medium" panose="020B0400000000000000" pitchFamily="34" charset="-128"/>
                <a:cs typeface="+mn-cs"/>
              </a:defRPr>
            </a:lvl1pPr>
            <a:lvl2pPr marL="304670" algn="l" defTabSz="304670" rtl="0" eaLnBrk="1" latinLnBrk="0" hangingPunct="1">
              <a:defRPr sz="12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609336" algn="l" defTabSz="304670" rtl="0" eaLnBrk="1" latinLnBrk="0" hangingPunct="1">
              <a:defRPr sz="12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914005" algn="l" defTabSz="304670" rtl="0" eaLnBrk="1" latinLnBrk="0" hangingPunct="1">
              <a:defRPr sz="12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218672" algn="l" defTabSz="304670" rtl="0" eaLnBrk="1" latinLnBrk="0" hangingPunct="1">
              <a:defRPr sz="12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1523340" algn="l" defTabSz="304670" rtl="0" eaLnBrk="1" latinLnBrk="0" hangingPunct="1">
              <a:defRPr sz="12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1828007" algn="l" defTabSz="304670" rtl="0" eaLnBrk="1" latinLnBrk="0" hangingPunct="1">
              <a:defRPr sz="12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2132675" algn="l" defTabSz="304670" rtl="0" eaLnBrk="1" latinLnBrk="0" hangingPunct="1">
              <a:defRPr sz="12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2437344" algn="l" defTabSz="304670" rtl="0" eaLnBrk="1" latinLnBrk="0" hangingPunct="1">
              <a:defRPr sz="12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fld id="{F61D7DA0-AA9A-8342-BE3E-6EB34F8DE2BC}" type="slidenum">
              <a:rPr kumimoji="1" lang="ja-JP" altLang="en-US" sz="1600" smtClean="0">
                <a:solidFill>
                  <a:srgbClr val="013C85"/>
                </a:solidFill>
              </a:rPr>
              <a:pPr/>
              <a:t>‹#›</a:t>
            </a:fld>
            <a:endParaRPr kumimoji="1" lang="ja-JP" altLang="en-US" sz="1600">
              <a:solidFill>
                <a:srgbClr val="013C85"/>
              </a:solidFill>
            </a:endParaRPr>
          </a:p>
        </p:txBody>
      </p:sp>
      <p:sp>
        <p:nvSpPr>
          <p:cNvPr id="3" name="図プレースホルダー 16">
            <a:extLst>
              <a:ext uri="{FF2B5EF4-FFF2-40B4-BE49-F238E27FC236}">
                <a16:creationId xmlns:a16="http://schemas.microsoft.com/office/drawing/2014/main" id="{0250B0A2-D4B9-A4DC-0554-2326F56D8D5C}"/>
              </a:ext>
            </a:extLst>
          </p:cNvPr>
          <p:cNvSpPr>
            <a:spLocks noGrp="1"/>
          </p:cNvSpPr>
          <p:nvPr>
            <p:ph type="pic" sz="quarter" idx="10"/>
          </p:nvPr>
        </p:nvSpPr>
        <p:spPr>
          <a:xfrm>
            <a:off x="0" y="0"/>
            <a:ext cx="6095206" cy="6858000"/>
          </a:xfrm>
          <a:prstGeom prst="rect">
            <a:avLst/>
          </a:prstGeom>
          <a:solidFill>
            <a:srgbClr val="CACACA"/>
          </a:solidFill>
        </p:spPr>
        <p:txBody>
          <a:bodyPr/>
          <a:lstStyle>
            <a:lvl1pPr>
              <a:defRPr lang="ja-JP" altLang="en-US" sz="1800">
                <a:solidFill>
                  <a:schemeClr val="accent6"/>
                </a:solidFill>
              </a:defRPr>
            </a:lvl1pPr>
          </a:lstStyle>
          <a:p>
            <a:pPr marL="0" lvl="0" indent="0" algn="ctr">
              <a:lnSpc>
                <a:spcPct val="100000"/>
              </a:lnSpc>
              <a:buNone/>
            </a:pPr>
            <a:endParaRPr kumimoji="1" lang="en-US" altLang="ja-JP" dirty="0"/>
          </a:p>
          <a:p>
            <a:pPr marL="0" lvl="0" indent="0" algn="ctr">
              <a:lnSpc>
                <a:spcPct val="100000"/>
              </a:lnSpc>
              <a:buNone/>
            </a:pPr>
            <a:r>
              <a:rPr kumimoji="1" lang="ja-JP" altLang="en-US"/>
              <a:t>下のアイコンをクリックして画像を入れてください。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F6F674F5-4E57-E04C-7651-6DF5B186CA40}"/>
              </a:ext>
            </a:extLst>
          </p:cNvPr>
          <p:cNvSpPr txBox="1">
            <a:spLocks/>
          </p:cNvSpPr>
          <p:nvPr userDrawn="1"/>
        </p:nvSpPr>
        <p:spPr>
          <a:xfrm>
            <a:off x="325402" y="6394865"/>
            <a:ext cx="2743200" cy="331932"/>
          </a:xfrm>
          <a:prstGeom prst="rect">
            <a:avLst/>
          </a:prstGeom>
        </p:spPr>
        <p:txBody>
          <a:bodyPr/>
          <a:lstStyle>
            <a:defPPr>
              <a:defRPr lang="en-US"/>
            </a:defPPr>
            <a:lvl1pPr marL="0" algn="l" defTabSz="304670" rtl="0" eaLnBrk="1" latinLnBrk="0" hangingPunct="1">
              <a:defRPr sz="2000" b="0" i="0" kern="1200">
                <a:solidFill>
                  <a:srgbClr val="003D86"/>
                </a:solidFill>
                <a:latin typeface="Yu Gothic Medium" panose="020B0400000000000000" pitchFamily="34" charset="-128"/>
                <a:ea typeface="Yu Gothic Medium" panose="020B0400000000000000" pitchFamily="34" charset="-128"/>
                <a:cs typeface="+mn-cs"/>
              </a:defRPr>
            </a:lvl1pPr>
            <a:lvl2pPr marL="304670" algn="l" defTabSz="304670" rtl="0" eaLnBrk="1" latinLnBrk="0" hangingPunct="1">
              <a:defRPr sz="12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609336" algn="l" defTabSz="304670" rtl="0" eaLnBrk="1" latinLnBrk="0" hangingPunct="1">
              <a:defRPr sz="12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914005" algn="l" defTabSz="304670" rtl="0" eaLnBrk="1" latinLnBrk="0" hangingPunct="1">
              <a:defRPr sz="12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218672" algn="l" defTabSz="304670" rtl="0" eaLnBrk="1" latinLnBrk="0" hangingPunct="1">
              <a:defRPr sz="12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1523340" algn="l" defTabSz="304670" rtl="0" eaLnBrk="1" latinLnBrk="0" hangingPunct="1">
              <a:defRPr sz="12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1828007" algn="l" defTabSz="304670" rtl="0" eaLnBrk="1" latinLnBrk="0" hangingPunct="1">
              <a:defRPr sz="12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2132675" algn="l" defTabSz="304670" rtl="0" eaLnBrk="1" latinLnBrk="0" hangingPunct="1">
              <a:defRPr sz="12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2437344" algn="l" defTabSz="304670" rtl="0" eaLnBrk="1" latinLnBrk="0" hangingPunct="1">
              <a:defRPr sz="12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l"/>
            <a:r>
              <a:rPr kumimoji="1" lang="en" altLang="ja-JP" sz="700" dirty="0">
                <a:solidFill>
                  <a:srgbClr val="013C85"/>
                </a:solidFill>
              </a:rPr>
              <a:t>ⓒ ITOCHU Techno-Solutions Corporation</a:t>
            </a:r>
            <a:endParaRPr kumimoji="1" lang="ja-JP" altLang="en-US" sz="700" dirty="0">
              <a:solidFill>
                <a:srgbClr val="013C85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4137657078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本文ページ（Photo）2">
    <p:bg>
      <p:bgPr>
        <a:blipFill dpi="0" rotWithShape="1">
          <a:blip r:embed="rId2" cstate="print">
            <a:lum/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図プレースホルダー 16">
            <a:extLst>
              <a:ext uri="{FF2B5EF4-FFF2-40B4-BE49-F238E27FC236}">
                <a16:creationId xmlns:a16="http://schemas.microsoft.com/office/drawing/2014/main" id="{40FE2F04-6B75-1C75-F9DF-825DA93754B6}"/>
              </a:ext>
            </a:extLst>
          </p:cNvPr>
          <p:cNvSpPr>
            <a:spLocks noGrp="1"/>
          </p:cNvSpPr>
          <p:nvPr>
            <p:ph type="pic" sz="quarter" idx="10"/>
          </p:nvPr>
        </p:nvSpPr>
        <p:spPr>
          <a:xfrm>
            <a:off x="0" y="1736726"/>
            <a:ext cx="12192000" cy="5121275"/>
          </a:xfrm>
          <a:prstGeom prst="rect">
            <a:avLst/>
          </a:prstGeom>
          <a:solidFill>
            <a:srgbClr val="CACACA"/>
          </a:solidFill>
        </p:spPr>
        <p:txBody>
          <a:bodyPr/>
          <a:lstStyle>
            <a:lvl1pPr marL="0" indent="0" algn="ctr">
              <a:lnSpc>
                <a:spcPct val="100000"/>
              </a:lnSpc>
              <a:buNone/>
              <a:defRPr sz="1800">
                <a:solidFill>
                  <a:schemeClr val="accent6"/>
                </a:solidFill>
              </a:defRPr>
            </a:lvl1pPr>
          </a:lstStyle>
          <a:p>
            <a:endParaRPr kumimoji="1" lang="en-US" altLang="ja-JP" dirty="0"/>
          </a:p>
          <a:p>
            <a:endParaRPr kumimoji="1" lang="en-US" altLang="ja-JP" dirty="0"/>
          </a:p>
          <a:p>
            <a:r>
              <a:rPr kumimoji="1" lang="ja-JP" altLang="en-US"/>
              <a:t>下のアイコンをクリックして画像を入れてください。</a:t>
            </a:r>
          </a:p>
        </p:txBody>
      </p:sp>
      <p:sp>
        <p:nvSpPr>
          <p:cNvPr id="8" name="Date Placeholder 3">
            <a:extLst>
              <a:ext uri="{FF2B5EF4-FFF2-40B4-BE49-F238E27FC236}">
                <a16:creationId xmlns:a16="http://schemas.microsoft.com/office/drawing/2014/main" id="{3F42955C-2661-77B4-7E94-6C49CE94C967}"/>
              </a:ext>
            </a:extLst>
          </p:cNvPr>
          <p:cNvSpPr txBox="1">
            <a:spLocks/>
          </p:cNvSpPr>
          <p:nvPr userDrawn="1"/>
        </p:nvSpPr>
        <p:spPr>
          <a:xfrm>
            <a:off x="325402" y="6394865"/>
            <a:ext cx="2743200" cy="331932"/>
          </a:xfrm>
          <a:prstGeom prst="rect">
            <a:avLst/>
          </a:prstGeom>
        </p:spPr>
        <p:txBody>
          <a:bodyPr/>
          <a:lstStyle>
            <a:defPPr>
              <a:defRPr lang="en-US"/>
            </a:defPPr>
            <a:lvl1pPr marL="0" algn="l" defTabSz="304670" rtl="0" eaLnBrk="1" latinLnBrk="0" hangingPunct="1">
              <a:defRPr sz="2000" b="0" i="0" kern="1200">
                <a:solidFill>
                  <a:srgbClr val="003D86"/>
                </a:solidFill>
                <a:latin typeface="Yu Gothic Medium" panose="020B0400000000000000" pitchFamily="34" charset="-128"/>
                <a:ea typeface="Yu Gothic Medium" panose="020B0400000000000000" pitchFamily="34" charset="-128"/>
                <a:cs typeface="+mn-cs"/>
              </a:defRPr>
            </a:lvl1pPr>
            <a:lvl2pPr marL="304670" algn="l" defTabSz="304670" rtl="0" eaLnBrk="1" latinLnBrk="0" hangingPunct="1">
              <a:defRPr sz="12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609336" algn="l" defTabSz="304670" rtl="0" eaLnBrk="1" latinLnBrk="0" hangingPunct="1">
              <a:defRPr sz="12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914005" algn="l" defTabSz="304670" rtl="0" eaLnBrk="1" latinLnBrk="0" hangingPunct="1">
              <a:defRPr sz="12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218672" algn="l" defTabSz="304670" rtl="0" eaLnBrk="1" latinLnBrk="0" hangingPunct="1">
              <a:defRPr sz="12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1523340" algn="l" defTabSz="304670" rtl="0" eaLnBrk="1" latinLnBrk="0" hangingPunct="1">
              <a:defRPr sz="12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1828007" algn="l" defTabSz="304670" rtl="0" eaLnBrk="1" latinLnBrk="0" hangingPunct="1">
              <a:defRPr sz="12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2132675" algn="l" defTabSz="304670" rtl="0" eaLnBrk="1" latinLnBrk="0" hangingPunct="1">
              <a:defRPr sz="12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2437344" algn="l" defTabSz="304670" rtl="0" eaLnBrk="1" latinLnBrk="0" hangingPunct="1">
              <a:defRPr sz="12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l"/>
            <a:r>
              <a:rPr kumimoji="1" lang="en" altLang="ja-JP" sz="700" dirty="0">
                <a:solidFill>
                  <a:srgbClr val="013C85"/>
                </a:solidFill>
              </a:rPr>
              <a:t>ⓒ ITOCHU Techno-Solutions Corporation</a:t>
            </a:r>
            <a:endParaRPr kumimoji="1" lang="ja-JP" altLang="en-US" sz="700">
              <a:solidFill>
                <a:srgbClr val="013C85"/>
              </a:solidFill>
            </a:endParaRPr>
          </a:p>
        </p:txBody>
      </p:sp>
      <p:sp>
        <p:nvSpPr>
          <p:cNvPr id="9" name="Slide Number Placeholder 5">
            <a:extLst>
              <a:ext uri="{FF2B5EF4-FFF2-40B4-BE49-F238E27FC236}">
                <a16:creationId xmlns:a16="http://schemas.microsoft.com/office/drawing/2014/main" id="{3121B00E-FCA3-D75D-90B2-7E55D24110B4}"/>
              </a:ext>
            </a:extLst>
          </p:cNvPr>
          <p:cNvSpPr txBox="1">
            <a:spLocks/>
          </p:cNvSpPr>
          <p:nvPr userDrawn="1"/>
        </p:nvSpPr>
        <p:spPr>
          <a:xfrm>
            <a:off x="9133618" y="6326799"/>
            <a:ext cx="2743200" cy="299462"/>
          </a:xfrm>
          <a:prstGeom prst="rect">
            <a:avLst/>
          </a:prstGeom>
        </p:spPr>
        <p:txBody>
          <a:bodyPr anchor="b"/>
          <a:lstStyle>
            <a:defPPr>
              <a:defRPr lang="en-US"/>
            </a:defPPr>
            <a:lvl1pPr marL="0" algn="r" defTabSz="304670" rtl="0" eaLnBrk="1" latinLnBrk="0" hangingPunct="1">
              <a:defRPr sz="1600" b="0" i="0" kern="1200">
                <a:solidFill>
                  <a:srgbClr val="003D86"/>
                </a:solidFill>
                <a:latin typeface="Yu Gothic Medium" panose="020B0400000000000000" pitchFamily="34" charset="-128"/>
                <a:ea typeface="Yu Gothic Medium" panose="020B0400000000000000" pitchFamily="34" charset="-128"/>
                <a:cs typeface="+mn-cs"/>
              </a:defRPr>
            </a:lvl1pPr>
            <a:lvl2pPr marL="304670" algn="l" defTabSz="304670" rtl="0" eaLnBrk="1" latinLnBrk="0" hangingPunct="1">
              <a:defRPr sz="12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609336" algn="l" defTabSz="304670" rtl="0" eaLnBrk="1" latinLnBrk="0" hangingPunct="1">
              <a:defRPr sz="12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914005" algn="l" defTabSz="304670" rtl="0" eaLnBrk="1" latinLnBrk="0" hangingPunct="1">
              <a:defRPr sz="12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218672" algn="l" defTabSz="304670" rtl="0" eaLnBrk="1" latinLnBrk="0" hangingPunct="1">
              <a:defRPr sz="12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1523340" algn="l" defTabSz="304670" rtl="0" eaLnBrk="1" latinLnBrk="0" hangingPunct="1">
              <a:defRPr sz="12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1828007" algn="l" defTabSz="304670" rtl="0" eaLnBrk="1" latinLnBrk="0" hangingPunct="1">
              <a:defRPr sz="12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2132675" algn="l" defTabSz="304670" rtl="0" eaLnBrk="1" latinLnBrk="0" hangingPunct="1">
              <a:defRPr sz="12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2437344" algn="l" defTabSz="304670" rtl="0" eaLnBrk="1" latinLnBrk="0" hangingPunct="1">
              <a:defRPr sz="12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fld id="{F61D7DA0-AA9A-8342-BE3E-6EB34F8DE2BC}" type="slidenum">
              <a:rPr kumimoji="1" lang="ja-JP" altLang="en-US" sz="1600" smtClean="0">
                <a:solidFill>
                  <a:srgbClr val="013C85"/>
                </a:solidFill>
              </a:rPr>
              <a:pPr/>
              <a:t>‹#›</a:t>
            </a:fld>
            <a:endParaRPr kumimoji="1" lang="ja-JP" altLang="en-US" sz="1600">
              <a:solidFill>
                <a:srgbClr val="013C85"/>
              </a:solidFill>
            </a:endParaRPr>
          </a:p>
        </p:txBody>
      </p:sp>
      <p:sp>
        <p:nvSpPr>
          <p:cNvPr id="2" name="タイトル 11">
            <a:extLst>
              <a:ext uri="{FF2B5EF4-FFF2-40B4-BE49-F238E27FC236}">
                <a16:creationId xmlns:a16="http://schemas.microsoft.com/office/drawing/2014/main" id="{4888B4B8-7FA4-9F5C-FE43-6ADC1EAC8415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390525" y="347572"/>
            <a:ext cx="9367501" cy="432000"/>
          </a:xfrm>
          <a:prstGeom prst="rect">
            <a:avLst/>
          </a:prstGeom>
        </p:spPr>
        <p:txBody>
          <a:bodyPr lIns="0" tIns="0" rIns="0"/>
          <a:lstStyle>
            <a:lvl1pPr>
              <a:defRPr kumimoji="1" lang="ja-JP" altLang="en-US" sz="2800" b="1" i="0" kern="1200" dirty="0">
                <a:solidFill>
                  <a:srgbClr val="013C85"/>
                </a:solidFill>
                <a:latin typeface="Yu Gothic" panose="020B0400000000000000" pitchFamily="34" charset="-128"/>
                <a:ea typeface="Yu Gothic" panose="020B0400000000000000" pitchFamily="34" charset="-128"/>
                <a:cs typeface="+mn-cs"/>
              </a:defRPr>
            </a:lvl1pPr>
          </a:lstStyle>
          <a:p>
            <a:pPr marL="0" lvl="0" indent="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None/>
            </a:pPr>
            <a:r>
              <a:rPr kumimoji="1" lang="ja-JP" altLang="en-US" dirty="0"/>
              <a:t>タイトルの書式設定</a:t>
            </a:r>
          </a:p>
        </p:txBody>
      </p:sp>
    </p:spTree>
    <p:extLst>
      <p:ext uri="{BB962C8B-B14F-4D97-AF65-F5344CB8AC3E}">
        <p14:creationId xmlns:p14="http://schemas.microsoft.com/office/powerpoint/2010/main" val="258015100"/>
      </p:ext>
    </p:extLst>
  </p:cSld>
  <p:clrMapOvr>
    <a:masterClrMapping/>
  </p:clrMapOvr>
  <p:extLst>
    <p:ext uri="{DCECCB84-F9BA-43D5-87BE-67443E8EF086}">
      <p15:sldGuideLst xmlns:p15="http://schemas.microsoft.com/office/powerpoint/2012/main"/>
    </p:ext>
  </p:extLst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裏表紙（White）">
    <p:bg>
      <p:bgPr>
        <a:blipFill dpi="0" rotWithShape="1">
          <a:blip r:embed="rId2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3430363081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裏表紙（BrandPromise）">
    <p:bg>
      <p:bgPr>
        <a:blipFill dpi="0" rotWithShape="1">
          <a:blip r:embed="rId2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3692022276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 preserve="1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65" name="グループ化 64">
            <a:extLst>
              <a:ext uri="{FF2B5EF4-FFF2-40B4-BE49-F238E27FC236}">
                <a16:creationId xmlns:a16="http://schemas.microsoft.com/office/drawing/2014/main" id="{EED62C00-AD48-7AF3-194D-CC4BC9825C72}"/>
              </a:ext>
            </a:extLst>
          </p:cNvPr>
          <p:cNvGrpSpPr/>
          <p:nvPr userDrawn="1"/>
        </p:nvGrpSpPr>
        <p:grpSpPr>
          <a:xfrm>
            <a:off x="-2646410" y="0"/>
            <a:ext cx="2427336" cy="3886563"/>
            <a:chOff x="-3408411" y="-34199"/>
            <a:chExt cx="2905039" cy="4651444"/>
          </a:xfrm>
        </p:grpSpPr>
        <p:grpSp>
          <p:nvGrpSpPr>
            <p:cNvPr id="16" name="グループ化 15">
              <a:extLst>
                <a:ext uri="{FF2B5EF4-FFF2-40B4-BE49-F238E27FC236}">
                  <a16:creationId xmlns:a16="http://schemas.microsoft.com/office/drawing/2014/main" id="{0F59455B-5281-DE42-39E8-C312BDE2B366}"/>
                </a:ext>
              </a:extLst>
            </p:cNvPr>
            <p:cNvGrpSpPr/>
            <p:nvPr userDrawn="1"/>
          </p:nvGrpSpPr>
          <p:grpSpPr>
            <a:xfrm>
              <a:off x="-3408411" y="-29139"/>
              <a:ext cx="452006" cy="2227375"/>
              <a:chOff x="-3408411" y="-29139"/>
              <a:chExt cx="452006" cy="2227375"/>
            </a:xfrm>
          </p:grpSpPr>
          <p:grpSp>
            <p:nvGrpSpPr>
              <p:cNvPr id="17" name="グループ化 16">
                <a:extLst>
                  <a:ext uri="{FF2B5EF4-FFF2-40B4-BE49-F238E27FC236}">
                    <a16:creationId xmlns:a16="http://schemas.microsoft.com/office/drawing/2014/main" id="{82ACF8B8-85A7-F98B-9397-34A96E5A0208}"/>
                  </a:ext>
                </a:extLst>
              </p:cNvPr>
              <p:cNvGrpSpPr/>
              <p:nvPr userDrawn="1"/>
            </p:nvGrpSpPr>
            <p:grpSpPr>
              <a:xfrm>
                <a:off x="-3408411" y="123410"/>
                <a:ext cx="452006" cy="2074826"/>
                <a:chOff x="-2709812" y="0"/>
                <a:chExt cx="763449" cy="3504430"/>
              </a:xfrm>
            </p:grpSpPr>
            <p:sp>
              <p:nvSpPr>
                <p:cNvPr id="19" name="正方形/長方形 18">
                  <a:extLst>
                    <a:ext uri="{FF2B5EF4-FFF2-40B4-BE49-F238E27FC236}">
                      <a16:creationId xmlns:a16="http://schemas.microsoft.com/office/drawing/2014/main" id="{97DA814D-8025-8603-8CA2-584DD1154C48}"/>
                    </a:ext>
                  </a:extLst>
                </p:cNvPr>
                <p:cNvSpPr/>
                <p:nvPr userDrawn="1"/>
              </p:nvSpPr>
              <p:spPr>
                <a:xfrm>
                  <a:off x="-2709812" y="0"/>
                  <a:ext cx="763449" cy="716809"/>
                </a:xfrm>
                <a:prstGeom prst="rect">
                  <a:avLst/>
                </a:prstGeom>
                <a:solidFill>
                  <a:schemeClr val="tx2"/>
                </a:solidFill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marL="0" marR="0" lvl="0" indent="0" algn="ctr" defTabSz="914400" rtl="0" eaLnBrk="1" fontAlgn="auto" latinLnBrk="0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1" lang="ja-JP" altLang="en-US" sz="1800" b="0" i="0" u="none" strike="noStrike" kern="1200" cap="none" spc="0" normalizeH="0" baseline="0" noProof="0" dirty="0">
                    <a:ln>
                      <a:noFill/>
                    </a:ln>
                    <a:solidFill>
                      <a:srgbClr val="005CCA"/>
                    </a:solidFill>
                    <a:effectLst/>
                    <a:uLnTx/>
                    <a:uFillTx/>
                    <a:latin typeface="游ゴシック Medium"/>
                    <a:ea typeface="游ゴシック Medium"/>
                    <a:cs typeface="+mn-cs"/>
                  </a:endParaRPr>
                </a:p>
              </p:txBody>
            </p:sp>
            <p:sp>
              <p:nvSpPr>
                <p:cNvPr id="20" name="正方形/長方形 19">
                  <a:extLst>
                    <a:ext uri="{FF2B5EF4-FFF2-40B4-BE49-F238E27FC236}">
                      <a16:creationId xmlns:a16="http://schemas.microsoft.com/office/drawing/2014/main" id="{DFDF1A98-77F5-DE9E-F244-EE1B568A7C6F}"/>
                    </a:ext>
                  </a:extLst>
                </p:cNvPr>
                <p:cNvSpPr/>
                <p:nvPr userDrawn="1"/>
              </p:nvSpPr>
              <p:spPr>
                <a:xfrm>
                  <a:off x="-2709812" y="929207"/>
                  <a:ext cx="763449" cy="716809"/>
                </a:xfrm>
                <a:prstGeom prst="rect">
                  <a:avLst/>
                </a:prstGeom>
                <a:solidFill>
                  <a:schemeClr val="tx2">
                    <a:lumMod val="60000"/>
                    <a:lumOff val="40000"/>
                  </a:schemeClr>
                </a:solidFill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marL="0" marR="0" lvl="0" indent="0" algn="ctr" defTabSz="914400" rtl="0" eaLnBrk="1" fontAlgn="auto" latinLnBrk="0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1" lang="ja-JP" altLang="en-US" sz="1800" b="0" i="0" u="none" strike="noStrike" kern="1200" cap="none" spc="0" normalizeH="0" baseline="0" noProof="0" dirty="0">
                    <a:ln>
                      <a:noFill/>
                    </a:ln>
                    <a:solidFill>
                      <a:srgbClr val="005CCA"/>
                    </a:solidFill>
                    <a:effectLst/>
                    <a:uLnTx/>
                    <a:uFillTx/>
                    <a:latin typeface="游ゴシック Medium"/>
                    <a:ea typeface="游ゴシック Medium"/>
                    <a:cs typeface="+mn-cs"/>
                  </a:endParaRPr>
                </a:p>
              </p:txBody>
            </p:sp>
            <p:sp>
              <p:nvSpPr>
                <p:cNvPr id="21" name="正方形/長方形 20">
                  <a:extLst>
                    <a:ext uri="{FF2B5EF4-FFF2-40B4-BE49-F238E27FC236}">
                      <a16:creationId xmlns:a16="http://schemas.microsoft.com/office/drawing/2014/main" id="{5742F9F2-CF6B-8534-DF0E-1FDF7D74BF2A}"/>
                    </a:ext>
                  </a:extLst>
                </p:cNvPr>
                <p:cNvSpPr/>
                <p:nvPr userDrawn="1"/>
              </p:nvSpPr>
              <p:spPr>
                <a:xfrm>
                  <a:off x="-2709812" y="1858417"/>
                  <a:ext cx="763449" cy="716809"/>
                </a:xfrm>
                <a:prstGeom prst="rect">
                  <a:avLst/>
                </a:prstGeom>
                <a:solidFill>
                  <a:schemeClr val="tx2">
                    <a:lumMod val="40000"/>
                    <a:lumOff val="60000"/>
                  </a:schemeClr>
                </a:solidFill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marL="0" marR="0" lvl="0" indent="0" algn="ctr" defTabSz="914400" rtl="0" eaLnBrk="1" fontAlgn="auto" latinLnBrk="0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1" lang="ja-JP" altLang="en-US" sz="1800" b="0" i="0" u="none" strike="noStrike" kern="1200" cap="none" spc="0" normalizeH="0" baseline="0" noProof="0">
                    <a:ln>
                      <a:noFill/>
                    </a:ln>
                    <a:solidFill>
                      <a:srgbClr val="005CCA"/>
                    </a:solidFill>
                    <a:effectLst/>
                    <a:uLnTx/>
                    <a:uFillTx/>
                    <a:latin typeface="游ゴシック Medium"/>
                    <a:ea typeface="游ゴシック Medium"/>
                    <a:cs typeface="+mn-cs"/>
                  </a:endParaRPr>
                </a:p>
              </p:txBody>
            </p:sp>
            <p:sp>
              <p:nvSpPr>
                <p:cNvPr id="22" name="正方形/長方形 21">
                  <a:extLst>
                    <a:ext uri="{FF2B5EF4-FFF2-40B4-BE49-F238E27FC236}">
                      <a16:creationId xmlns:a16="http://schemas.microsoft.com/office/drawing/2014/main" id="{BB30B969-1224-5BC2-5E31-392961F25AD6}"/>
                    </a:ext>
                  </a:extLst>
                </p:cNvPr>
                <p:cNvSpPr/>
                <p:nvPr userDrawn="1"/>
              </p:nvSpPr>
              <p:spPr>
                <a:xfrm>
                  <a:off x="-2709812" y="2787621"/>
                  <a:ext cx="763449" cy="716809"/>
                </a:xfrm>
                <a:prstGeom prst="rect">
                  <a:avLst/>
                </a:prstGeom>
                <a:solidFill>
                  <a:schemeClr val="tx2">
                    <a:lumMod val="20000"/>
                    <a:lumOff val="80000"/>
                  </a:schemeClr>
                </a:solidFill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marL="0" marR="0" lvl="0" indent="0" algn="ctr" defTabSz="914400" rtl="0" eaLnBrk="1" fontAlgn="auto" latinLnBrk="0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1" lang="ja-JP" altLang="en-US" sz="1800" b="0" i="0" u="none" strike="noStrike" kern="1200" cap="none" spc="0" normalizeH="0" baseline="0" noProof="0">
                    <a:ln>
                      <a:noFill/>
                    </a:ln>
                    <a:solidFill>
                      <a:srgbClr val="005CCA"/>
                    </a:solidFill>
                    <a:effectLst/>
                    <a:uLnTx/>
                    <a:uFillTx/>
                    <a:latin typeface="游ゴシック Medium"/>
                    <a:ea typeface="游ゴシック Medium"/>
                    <a:cs typeface="+mn-cs"/>
                  </a:endParaRPr>
                </a:p>
              </p:txBody>
            </p:sp>
          </p:grpSp>
          <p:sp>
            <p:nvSpPr>
              <p:cNvPr id="18" name="正方形/長方形 17">
                <a:extLst>
                  <a:ext uri="{FF2B5EF4-FFF2-40B4-BE49-F238E27FC236}">
                    <a16:creationId xmlns:a16="http://schemas.microsoft.com/office/drawing/2014/main" id="{B262310C-E9AD-7B13-0054-A7AF780090D8}"/>
                  </a:ext>
                </a:extLst>
              </p:cNvPr>
              <p:cNvSpPr/>
              <p:nvPr userDrawn="1"/>
            </p:nvSpPr>
            <p:spPr>
              <a:xfrm>
                <a:off x="-3333738" y="-29139"/>
                <a:ext cx="302661" cy="106570"/>
              </a:xfrm>
              <a:prstGeom prst="rect">
                <a:avLst/>
              </a:prstGeom>
              <a:noFill/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lIns="0" tIns="0" rIns="0" bIns="0" rtlCol="0" anchor="ctr"/>
              <a:lstStyle/>
              <a:p>
                <a:pPr marL="0" marR="0" lvl="0" indent="0" algn="ctr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r>
                  <a:rPr kumimoji="1" lang="en-US" altLang="ja-JP" sz="1200" b="0" i="0" u="none" strike="noStrike" kern="1200" cap="none" spc="0" normalizeH="0" baseline="0" noProof="0" dirty="0">
                    <a:ln>
                      <a:noFill/>
                    </a:ln>
                    <a:solidFill>
                      <a:srgbClr val="000000"/>
                    </a:solidFill>
                    <a:effectLst/>
                    <a:uLnTx/>
                    <a:uFillTx/>
                    <a:latin typeface="游ゴシック Medium"/>
                    <a:ea typeface="游ゴシック Medium"/>
                    <a:cs typeface="+mn-cs"/>
                  </a:rPr>
                  <a:t>1</a:t>
                </a:r>
                <a:endParaRPr kumimoji="1" lang="ja-JP" altLang="en-US" sz="1200" b="0" i="0" u="none" strike="noStrike" kern="1200" cap="none" spc="0" normalizeH="0" baseline="0" noProof="0" dirty="0">
                  <a:ln>
                    <a:noFill/>
                  </a:ln>
                  <a:solidFill>
                    <a:srgbClr val="000000"/>
                  </a:solidFill>
                  <a:effectLst/>
                  <a:uLnTx/>
                  <a:uFillTx/>
                  <a:latin typeface="游ゴシック Medium"/>
                  <a:ea typeface="游ゴシック Medium"/>
                  <a:cs typeface="+mn-cs"/>
                </a:endParaRPr>
              </a:p>
            </p:txBody>
          </p:sp>
        </p:grpSp>
        <p:grpSp>
          <p:nvGrpSpPr>
            <p:cNvPr id="23" name="グループ化 22">
              <a:extLst>
                <a:ext uri="{FF2B5EF4-FFF2-40B4-BE49-F238E27FC236}">
                  <a16:creationId xmlns:a16="http://schemas.microsoft.com/office/drawing/2014/main" id="{D1D2B1C1-E265-F854-94B7-9315597DD751}"/>
                </a:ext>
              </a:extLst>
            </p:cNvPr>
            <p:cNvGrpSpPr/>
            <p:nvPr userDrawn="1"/>
          </p:nvGrpSpPr>
          <p:grpSpPr>
            <a:xfrm>
              <a:off x="-2590733" y="-34199"/>
              <a:ext cx="452006" cy="2232435"/>
              <a:chOff x="-2590733" y="-34199"/>
              <a:chExt cx="452006" cy="2232435"/>
            </a:xfrm>
          </p:grpSpPr>
          <p:grpSp>
            <p:nvGrpSpPr>
              <p:cNvPr id="24" name="グループ化 23">
                <a:extLst>
                  <a:ext uri="{FF2B5EF4-FFF2-40B4-BE49-F238E27FC236}">
                    <a16:creationId xmlns:a16="http://schemas.microsoft.com/office/drawing/2014/main" id="{FA4DAD84-5EE0-F743-9370-AFDAD826B7D6}"/>
                  </a:ext>
                </a:extLst>
              </p:cNvPr>
              <p:cNvGrpSpPr/>
              <p:nvPr userDrawn="1"/>
            </p:nvGrpSpPr>
            <p:grpSpPr>
              <a:xfrm>
                <a:off x="-2590733" y="123410"/>
                <a:ext cx="452006" cy="2074826"/>
                <a:chOff x="-1330808" y="19671"/>
                <a:chExt cx="763449" cy="3504430"/>
              </a:xfrm>
            </p:grpSpPr>
            <p:sp>
              <p:nvSpPr>
                <p:cNvPr id="26" name="正方形/長方形 25">
                  <a:extLst>
                    <a:ext uri="{FF2B5EF4-FFF2-40B4-BE49-F238E27FC236}">
                      <a16:creationId xmlns:a16="http://schemas.microsoft.com/office/drawing/2014/main" id="{BFAD886E-E7B3-D408-6409-853716C19E1B}"/>
                    </a:ext>
                  </a:extLst>
                </p:cNvPr>
                <p:cNvSpPr/>
                <p:nvPr userDrawn="1"/>
              </p:nvSpPr>
              <p:spPr>
                <a:xfrm>
                  <a:off x="-1330808" y="19671"/>
                  <a:ext cx="763449" cy="716808"/>
                </a:xfrm>
                <a:prstGeom prst="rect">
                  <a:avLst/>
                </a:prstGeom>
                <a:solidFill>
                  <a:schemeClr val="accent1"/>
                </a:solidFill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marL="0" marR="0" lvl="0" indent="0" algn="ctr" defTabSz="914400" rtl="0" eaLnBrk="1" fontAlgn="auto" latinLnBrk="0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1" lang="ja-JP" altLang="en-US" sz="1800" b="0" i="0" u="none" strike="noStrike" kern="1200" cap="none" spc="0" normalizeH="0" baseline="0" noProof="0" dirty="0">
                    <a:ln>
                      <a:noFill/>
                    </a:ln>
                    <a:solidFill>
                      <a:srgbClr val="005CCA"/>
                    </a:solidFill>
                    <a:effectLst/>
                    <a:uLnTx/>
                    <a:uFillTx/>
                    <a:latin typeface="游ゴシック Medium"/>
                    <a:ea typeface="游ゴシック Medium"/>
                    <a:cs typeface="+mn-cs"/>
                  </a:endParaRPr>
                </a:p>
              </p:txBody>
            </p:sp>
            <p:sp>
              <p:nvSpPr>
                <p:cNvPr id="27" name="正方形/長方形 26">
                  <a:extLst>
                    <a:ext uri="{FF2B5EF4-FFF2-40B4-BE49-F238E27FC236}">
                      <a16:creationId xmlns:a16="http://schemas.microsoft.com/office/drawing/2014/main" id="{D14DE5AB-49BD-BEDC-2579-AB4B2C7B1653}"/>
                    </a:ext>
                  </a:extLst>
                </p:cNvPr>
                <p:cNvSpPr/>
                <p:nvPr userDrawn="1"/>
              </p:nvSpPr>
              <p:spPr>
                <a:xfrm>
                  <a:off x="-1330808" y="948878"/>
                  <a:ext cx="763449" cy="716808"/>
                </a:xfrm>
                <a:prstGeom prst="rect">
                  <a:avLst/>
                </a:prstGeom>
                <a:solidFill>
                  <a:schemeClr val="accent1">
                    <a:lumMod val="60000"/>
                    <a:lumOff val="40000"/>
                  </a:schemeClr>
                </a:solidFill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marL="0" marR="0" lvl="0" indent="0" algn="ctr" defTabSz="914400" rtl="0" eaLnBrk="1" fontAlgn="auto" latinLnBrk="0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1" lang="ja-JP" altLang="en-US" sz="1800" b="0" i="0" u="none" strike="noStrike" kern="1200" cap="none" spc="0" normalizeH="0" baseline="0" noProof="0" dirty="0">
                    <a:ln>
                      <a:noFill/>
                    </a:ln>
                    <a:solidFill>
                      <a:srgbClr val="005CCA"/>
                    </a:solidFill>
                    <a:effectLst/>
                    <a:uLnTx/>
                    <a:uFillTx/>
                    <a:latin typeface="游ゴシック Medium"/>
                    <a:ea typeface="游ゴシック Medium"/>
                    <a:cs typeface="+mn-cs"/>
                  </a:endParaRPr>
                </a:p>
              </p:txBody>
            </p:sp>
            <p:sp>
              <p:nvSpPr>
                <p:cNvPr id="28" name="正方形/長方形 27">
                  <a:extLst>
                    <a:ext uri="{FF2B5EF4-FFF2-40B4-BE49-F238E27FC236}">
                      <a16:creationId xmlns:a16="http://schemas.microsoft.com/office/drawing/2014/main" id="{4DA2DCF3-7B00-CE8D-6715-576FBED1DF6A}"/>
                    </a:ext>
                  </a:extLst>
                </p:cNvPr>
                <p:cNvSpPr/>
                <p:nvPr userDrawn="1"/>
              </p:nvSpPr>
              <p:spPr>
                <a:xfrm>
                  <a:off x="-1330808" y="1878086"/>
                  <a:ext cx="763449" cy="716808"/>
                </a:xfrm>
                <a:prstGeom prst="rect">
                  <a:avLst/>
                </a:prstGeom>
                <a:solidFill>
                  <a:schemeClr val="accent1">
                    <a:lumMod val="40000"/>
                    <a:lumOff val="60000"/>
                  </a:schemeClr>
                </a:solidFill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marL="0" marR="0" lvl="0" indent="0" algn="ctr" defTabSz="914400" rtl="0" eaLnBrk="1" fontAlgn="auto" latinLnBrk="0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1" lang="ja-JP" altLang="en-US" sz="1800" b="0" i="0" u="none" strike="noStrike" kern="1200" cap="none" spc="0" normalizeH="0" baseline="0" noProof="0">
                    <a:ln>
                      <a:noFill/>
                    </a:ln>
                    <a:solidFill>
                      <a:srgbClr val="005CCA"/>
                    </a:solidFill>
                    <a:effectLst/>
                    <a:uLnTx/>
                    <a:uFillTx/>
                    <a:latin typeface="游ゴシック Medium"/>
                    <a:ea typeface="游ゴシック Medium"/>
                    <a:cs typeface="+mn-cs"/>
                  </a:endParaRPr>
                </a:p>
              </p:txBody>
            </p:sp>
            <p:sp>
              <p:nvSpPr>
                <p:cNvPr id="29" name="正方形/長方形 28">
                  <a:extLst>
                    <a:ext uri="{FF2B5EF4-FFF2-40B4-BE49-F238E27FC236}">
                      <a16:creationId xmlns:a16="http://schemas.microsoft.com/office/drawing/2014/main" id="{4FA8FB96-7411-F404-15EE-D6FD3C578FFB}"/>
                    </a:ext>
                  </a:extLst>
                </p:cNvPr>
                <p:cNvSpPr/>
                <p:nvPr userDrawn="1"/>
              </p:nvSpPr>
              <p:spPr>
                <a:xfrm>
                  <a:off x="-1330808" y="2807293"/>
                  <a:ext cx="763449" cy="716808"/>
                </a:xfrm>
                <a:prstGeom prst="rect">
                  <a:avLst/>
                </a:prstGeom>
                <a:solidFill>
                  <a:schemeClr val="accent1">
                    <a:lumMod val="20000"/>
                    <a:lumOff val="80000"/>
                  </a:schemeClr>
                </a:solidFill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marL="0" marR="0" lvl="0" indent="0" algn="ctr" defTabSz="914400" rtl="0" eaLnBrk="1" fontAlgn="auto" latinLnBrk="0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1" lang="ja-JP" altLang="en-US" sz="1800" b="0" i="0" u="none" strike="noStrike" kern="1200" cap="none" spc="0" normalizeH="0" baseline="0" noProof="0">
                    <a:ln>
                      <a:noFill/>
                    </a:ln>
                    <a:solidFill>
                      <a:srgbClr val="005CCA"/>
                    </a:solidFill>
                    <a:effectLst/>
                    <a:uLnTx/>
                    <a:uFillTx/>
                    <a:latin typeface="游ゴシック Medium"/>
                    <a:ea typeface="游ゴシック Medium"/>
                    <a:cs typeface="+mn-cs"/>
                  </a:endParaRPr>
                </a:p>
              </p:txBody>
            </p:sp>
          </p:grpSp>
          <p:sp>
            <p:nvSpPr>
              <p:cNvPr id="25" name="正方形/長方形 24">
                <a:extLst>
                  <a:ext uri="{FF2B5EF4-FFF2-40B4-BE49-F238E27FC236}">
                    <a16:creationId xmlns:a16="http://schemas.microsoft.com/office/drawing/2014/main" id="{A0DD36E8-4320-DBF7-0D3D-45A68D633977}"/>
                  </a:ext>
                </a:extLst>
              </p:cNvPr>
              <p:cNvSpPr/>
              <p:nvPr userDrawn="1"/>
            </p:nvSpPr>
            <p:spPr>
              <a:xfrm>
                <a:off x="-2516059" y="-34199"/>
                <a:ext cx="302661" cy="106570"/>
              </a:xfrm>
              <a:prstGeom prst="rect">
                <a:avLst/>
              </a:prstGeom>
              <a:noFill/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lIns="0" tIns="0" rIns="0" bIns="0" rtlCol="0" anchor="ctr"/>
              <a:lstStyle/>
              <a:p>
                <a:pPr marL="0" marR="0" lvl="0" indent="0" algn="ctr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r>
                  <a:rPr kumimoji="1" lang="en-US" altLang="ja-JP" sz="1200" b="0" i="0" u="none" strike="noStrike" kern="1200" cap="none" spc="0" normalizeH="0" baseline="0" noProof="0" dirty="0">
                    <a:ln>
                      <a:noFill/>
                    </a:ln>
                    <a:solidFill>
                      <a:srgbClr val="000000"/>
                    </a:solidFill>
                    <a:effectLst/>
                    <a:uLnTx/>
                    <a:uFillTx/>
                    <a:latin typeface="游ゴシック Medium"/>
                    <a:ea typeface="游ゴシック Medium"/>
                    <a:cs typeface="+mn-cs"/>
                  </a:rPr>
                  <a:t>2</a:t>
                </a:r>
              </a:p>
            </p:txBody>
          </p:sp>
        </p:grpSp>
        <p:grpSp>
          <p:nvGrpSpPr>
            <p:cNvPr id="30" name="グループ化 29">
              <a:extLst>
                <a:ext uri="{FF2B5EF4-FFF2-40B4-BE49-F238E27FC236}">
                  <a16:creationId xmlns:a16="http://schemas.microsoft.com/office/drawing/2014/main" id="{12562C27-C356-1E41-85F7-11A3ACC3A3EA}"/>
                </a:ext>
              </a:extLst>
            </p:cNvPr>
            <p:cNvGrpSpPr/>
            <p:nvPr userDrawn="1"/>
          </p:nvGrpSpPr>
          <p:grpSpPr>
            <a:xfrm>
              <a:off x="-3408411" y="2381088"/>
              <a:ext cx="452006" cy="2236157"/>
              <a:chOff x="-3408411" y="2381088"/>
              <a:chExt cx="452006" cy="2236157"/>
            </a:xfrm>
          </p:grpSpPr>
          <p:grpSp>
            <p:nvGrpSpPr>
              <p:cNvPr id="31" name="グループ化 30">
                <a:extLst>
                  <a:ext uri="{FF2B5EF4-FFF2-40B4-BE49-F238E27FC236}">
                    <a16:creationId xmlns:a16="http://schemas.microsoft.com/office/drawing/2014/main" id="{FA6BB45A-FE1D-F266-F7F4-29E0384727A0}"/>
                  </a:ext>
                </a:extLst>
              </p:cNvPr>
              <p:cNvGrpSpPr/>
              <p:nvPr userDrawn="1"/>
            </p:nvGrpSpPr>
            <p:grpSpPr>
              <a:xfrm>
                <a:off x="-3408411" y="2542419"/>
                <a:ext cx="452006" cy="2074826"/>
                <a:chOff x="-1330809" y="3775503"/>
                <a:chExt cx="763449" cy="3504430"/>
              </a:xfrm>
            </p:grpSpPr>
            <p:sp>
              <p:nvSpPr>
                <p:cNvPr id="33" name="正方形/長方形 32">
                  <a:extLst>
                    <a:ext uri="{FF2B5EF4-FFF2-40B4-BE49-F238E27FC236}">
                      <a16:creationId xmlns:a16="http://schemas.microsoft.com/office/drawing/2014/main" id="{DFC8C0F4-B5A2-DB04-0B2E-ADB60F3502A1}"/>
                    </a:ext>
                  </a:extLst>
                </p:cNvPr>
                <p:cNvSpPr/>
                <p:nvPr userDrawn="1"/>
              </p:nvSpPr>
              <p:spPr>
                <a:xfrm>
                  <a:off x="-1330809" y="3775503"/>
                  <a:ext cx="763449" cy="716808"/>
                </a:xfrm>
                <a:prstGeom prst="rect">
                  <a:avLst/>
                </a:prstGeom>
                <a:solidFill>
                  <a:schemeClr val="accent4"/>
                </a:solidFill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marL="0" marR="0" lvl="0" indent="0" algn="ctr" defTabSz="914400" rtl="0" eaLnBrk="1" fontAlgn="auto" latinLnBrk="0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1" lang="ja-JP" altLang="en-US" sz="1800" b="0" i="0" u="none" strike="noStrike" kern="1200" cap="none" spc="0" normalizeH="0" baseline="0" noProof="0" dirty="0">
                    <a:ln>
                      <a:noFill/>
                    </a:ln>
                    <a:solidFill>
                      <a:srgbClr val="005CCA"/>
                    </a:solidFill>
                    <a:effectLst/>
                    <a:uLnTx/>
                    <a:uFillTx/>
                    <a:latin typeface="游ゴシック Medium"/>
                    <a:ea typeface="游ゴシック Medium"/>
                    <a:cs typeface="+mn-cs"/>
                  </a:endParaRPr>
                </a:p>
              </p:txBody>
            </p:sp>
            <p:sp>
              <p:nvSpPr>
                <p:cNvPr id="34" name="正方形/長方形 33">
                  <a:extLst>
                    <a:ext uri="{FF2B5EF4-FFF2-40B4-BE49-F238E27FC236}">
                      <a16:creationId xmlns:a16="http://schemas.microsoft.com/office/drawing/2014/main" id="{CBCC2BA2-61EE-E17B-0EB2-2F30D55A6097}"/>
                    </a:ext>
                  </a:extLst>
                </p:cNvPr>
                <p:cNvSpPr/>
                <p:nvPr userDrawn="1"/>
              </p:nvSpPr>
              <p:spPr>
                <a:xfrm>
                  <a:off x="-1330809" y="4704710"/>
                  <a:ext cx="763449" cy="716808"/>
                </a:xfrm>
                <a:prstGeom prst="rect">
                  <a:avLst/>
                </a:prstGeom>
                <a:solidFill>
                  <a:schemeClr val="accent4">
                    <a:lumMod val="60000"/>
                    <a:lumOff val="40000"/>
                  </a:schemeClr>
                </a:solidFill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marL="0" marR="0" lvl="0" indent="0" algn="ctr" defTabSz="914400" rtl="0" eaLnBrk="1" fontAlgn="auto" latinLnBrk="0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1" lang="ja-JP" altLang="en-US" sz="1800" b="0" i="0" u="none" strike="noStrike" kern="1200" cap="none" spc="0" normalizeH="0" baseline="0" noProof="0">
                    <a:ln>
                      <a:noFill/>
                    </a:ln>
                    <a:solidFill>
                      <a:srgbClr val="005CCA"/>
                    </a:solidFill>
                    <a:effectLst/>
                    <a:uLnTx/>
                    <a:uFillTx/>
                    <a:latin typeface="游ゴシック Medium"/>
                    <a:ea typeface="游ゴシック Medium"/>
                    <a:cs typeface="+mn-cs"/>
                  </a:endParaRPr>
                </a:p>
              </p:txBody>
            </p:sp>
            <p:sp>
              <p:nvSpPr>
                <p:cNvPr id="35" name="正方形/長方形 34">
                  <a:extLst>
                    <a:ext uri="{FF2B5EF4-FFF2-40B4-BE49-F238E27FC236}">
                      <a16:creationId xmlns:a16="http://schemas.microsoft.com/office/drawing/2014/main" id="{F83CDCD7-0B74-4AA2-88F4-79B1F13B0042}"/>
                    </a:ext>
                  </a:extLst>
                </p:cNvPr>
                <p:cNvSpPr/>
                <p:nvPr userDrawn="1"/>
              </p:nvSpPr>
              <p:spPr>
                <a:xfrm>
                  <a:off x="-1330809" y="5633918"/>
                  <a:ext cx="763449" cy="716808"/>
                </a:xfrm>
                <a:prstGeom prst="rect">
                  <a:avLst/>
                </a:prstGeom>
                <a:solidFill>
                  <a:schemeClr val="accent4">
                    <a:lumMod val="40000"/>
                    <a:lumOff val="60000"/>
                  </a:schemeClr>
                </a:solidFill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marL="0" marR="0" lvl="0" indent="0" algn="ctr" defTabSz="914400" rtl="0" eaLnBrk="1" fontAlgn="auto" latinLnBrk="0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1" lang="ja-JP" altLang="en-US" sz="1800" b="0" i="0" u="none" strike="noStrike" kern="1200" cap="none" spc="0" normalizeH="0" baseline="0" noProof="0">
                    <a:ln>
                      <a:noFill/>
                    </a:ln>
                    <a:solidFill>
                      <a:srgbClr val="005CCA"/>
                    </a:solidFill>
                    <a:effectLst/>
                    <a:uLnTx/>
                    <a:uFillTx/>
                    <a:latin typeface="游ゴシック Medium"/>
                    <a:ea typeface="游ゴシック Medium"/>
                    <a:cs typeface="+mn-cs"/>
                  </a:endParaRPr>
                </a:p>
              </p:txBody>
            </p:sp>
            <p:sp>
              <p:nvSpPr>
                <p:cNvPr id="36" name="正方形/長方形 35">
                  <a:extLst>
                    <a:ext uri="{FF2B5EF4-FFF2-40B4-BE49-F238E27FC236}">
                      <a16:creationId xmlns:a16="http://schemas.microsoft.com/office/drawing/2014/main" id="{86F85031-5E6A-7164-8E47-142FD7B8F152}"/>
                    </a:ext>
                  </a:extLst>
                </p:cNvPr>
                <p:cNvSpPr/>
                <p:nvPr userDrawn="1"/>
              </p:nvSpPr>
              <p:spPr>
                <a:xfrm>
                  <a:off x="-1330809" y="6563125"/>
                  <a:ext cx="763449" cy="716808"/>
                </a:xfrm>
                <a:prstGeom prst="rect">
                  <a:avLst/>
                </a:prstGeom>
                <a:solidFill>
                  <a:schemeClr val="accent4">
                    <a:lumMod val="20000"/>
                    <a:lumOff val="80000"/>
                  </a:schemeClr>
                </a:solidFill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marL="0" marR="0" lvl="0" indent="0" algn="ctr" defTabSz="914400" rtl="0" eaLnBrk="1" fontAlgn="auto" latinLnBrk="0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1" lang="ja-JP" altLang="en-US" sz="1800" b="0" i="0" u="none" strike="noStrike" kern="1200" cap="none" spc="0" normalizeH="0" baseline="0" noProof="0">
                    <a:ln>
                      <a:noFill/>
                    </a:ln>
                    <a:solidFill>
                      <a:srgbClr val="005CCA"/>
                    </a:solidFill>
                    <a:effectLst/>
                    <a:uLnTx/>
                    <a:uFillTx/>
                    <a:latin typeface="游ゴシック Medium"/>
                    <a:ea typeface="游ゴシック Medium"/>
                    <a:cs typeface="+mn-cs"/>
                  </a:endParaRPr>
                </a:p>
              </p:txBody>
            </p:sp>
          </p:grpSp>
          <p:sp>
            <p:nvSpPr>
              <p:cNvPr id="32" name="正方形/長方形 31">
                <a:extLst>
                  <a:ext uri="{FF2B5EF4-FFF2-40B4-BE49-F238E27FC236}">
                    <a16:creationId xmlns:a16="http://schemas.microsoft.com/office/drawing/2014/main" id="{D0D5B04F-ADBF-3EAD-AE4B-F2D6415D02A2}"/>
                  </a:ext>
                </a:extLst>
              </p:cNvPr>
              <p:cNvSpPr/>
              <p:nvPr userDrawn="1"/>
            </p:nvSpPr>
            <p:spPr>
              <a:xfrm>
                <a:off x="-3333738" y="2381088"/>
                <a:ext cx="302661" cy="106570"/>
              </a:xfrm>
              <a:prstGeom prst="rect">
                <a:avLst/>
              </a:prstGeom>
              <a:noFill/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lIns="0" tIns="0" rIns="0" bIns="0" rtlCol="0" anchor="ctr"/>
              <a:lstStyle/>
              <a:p>
                <a:pPr marL="0" marR="0" lvl="0" indent="0" algn="ctr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r>
                  <a:rPr kumimoji="1" lang="en-US" altLang="ja-JP" sz="1200" b="0" i="0" u="none" strike="noStrike" kern="1200" cap="none" spc="0" normalizeH="0" baseline="0" noProof="0" dirty="0">
                    <a:ln>
                      <a:noFill/>
                    </a:ln>
                    <a:solidFill>
                      <a:srgbClr val="000000"/>
                    </a:solidFill>
                    <a:effectLst/>
                    <a:uLnTx/>
                    <a:uFillTx/>
                    <a:latin typeface="游ゴシック Medium"/>
                    <a:ea typeface="游ゴシック Medium"/>
                    <a:cs typeface="+mn-cs"/>
                  </a:rPr>
                  <a:t>5</a:t>
                </a:r>
                <a:endParaRPr kumimoji="1" lang="ja-JP" altLang="en-US" sz="1200" b="0" i="0" u="none" strike="noStrike" kern="1200" cap="none" spc="0" normalizeH="0" baseline="0" noProof="0" dirty="0">
                  <a:ln>
                    <a:noFill/>
                  </a:ln>
                  <a:solidFill>
                    <a:srgbClr val="000000"/>
                  </a:solidFill>
                  <a:effectLst/>
                  <a:uLnTx/>
                  <a:uFillTx/>
                  <a:latin typeface="游ゴシック Medium"/>
                  <a:ea typeface="游ゴシック Medium"/>
                  <a:cs typeface="+mn-cs"/>
                </a:endParaRPr>
              </a:p>
            </p:txBody>
          </p:sp>
        </p:grpSp>
        <p:grpSp>
          <p:nvGrpSpPr>
            <p:cNvPr id="37" name="グループ化 36">
              <a:extLst>
                <a:ext uri="{FF2B5EF4-FFF2-40B4-BE49-F238E27FC236}">
                  <a16:creationId xmlns:a16="http://schemas.microsoft.com/office/drawing/2014/main" id="{7B46D15A-B11B-BA07-4B55-CCCDA2EA7AB8}"/>
                </a:ext>
              </a:extLst>
            </p:cNvPr>
            <p:cNvGrpSpPr/>
            <p:nvPr userDrawn="1"/>
          </p:nvGrpSpPr>
          <p:grpSpPr>
            <a:xfrm>
              <a:off x="-2841043" y="2381088"/>
              <a:ext cx="952625" cy="2236157"/>
              <a:chOff x="-2841043" y="2381088"/>
              <a:chExt cx="952625" cy="2236157"/>
            </a:xfrm>
          </p:grpSpPr>
          <p:grpSp>
            <p:nvGrpSpPr>
              <p:cNvPr id="38" name="グループ化 37">
                <a:extLst>
                  <a:ext uri="{FF2B5EF4-FFF2-40B4-BE49-F238E27FC236}">
                    <a16:creationId xmlns:a16="http://schemas.microsoft.com/office/drawing/2014/main" id="{049050F2-409F-6CB1-BD67-5744209856EC}"/>
                  </a:ext>
                </a:extLst>
              </p:cNvPr>
              <p:cNvGrpSpPr/>
              <p:nvPr userDrawn="1"/>
            </p:nvGrpSpPr>
            <p:grpSpPr>
              <a:xfrm>
                <a:off x="-2590735" y="2542419"/>
                <a:ext cx="452006" cy="2074826"/>
                <a:chOff x="-2709812" y="3727359"/>
                <a:chExt cx="763449" cy="3504430"/>
              </a:xfrm>
            </p:grpSpPr>
            <p:sp>
              <p:nvSpPr>
                <p:cNvPr id="40" name="正方形/長方形 39">
                  <a:extLst>
                    <a:ext uri="{FF2B5EF4-FFF2-40B4-BE49-F238E27FC236}">
                      <a16:creationId xmlns:a16="http://schemas.microsoft.com/office/drawing/2014/main" id="{3B1F422E-249D-8C28-A702-EA62A2A5D199}"/>
                    </a:ext>
                  </a:extLst>
                </p:cNvPr>
                <p:cNvSpPr/>
                <p:nvPr userDrawn="1"/>
              </p:nvSpPr>
              <p:spPr>
                <a:xfrm>
                  <a:off x="-2709812" y="3727359"/>
                  <a:ext cx="763449" cy="716808"/>
                </a:xfrm>
                <a:prstGeom prst="rect">
                  <a:avLst/>
                </a:prstGeom>
                <a:solidFill>
                  <a:schemeClr val="accent5"/>
                </a:solidFill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marL="0" marR="0" lvl="0" indent="0" algn="ctr" defTabSz="914400" rtl="0" eaLnBrk="1" fontAlgn="auto" latinLnBrk="0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1" lang="ja-JP" altLang="en-US" sz="1800" b="0" i="0" u="none" strike="noStrike" kern="1200" cap="none" spc="0" normalizeH="0" baseline="0" noProof="0" dirty="0">
                    <a:ln>
                      <a:noFill/>
                    </a:ln>
                    <a:solidFill>
                      <a:srgbClr val="005CCA"/>
                    </a:solidFill>
                    <a:effectLst/>
                    <a:uLnTx/>
                    <a:uFillTx/>
                    <a:latin typeface="游ゴシック Medium"/>
                    <a:ea typeface="游ゴシック Medium"/>
                    <a:cs typeface="+mn-cs"/>
                  </a:endParaRPr>
                </a:p>
              </p:txBody>
            </p:sp>
            <p:sp>
              <p:nvSpPr>
                <p:cNvPr id="41" name="正方形/長方形 40">
                  <a:extLst>
                    <a:ext uri="{FF2B5EF4-FFF2-40B4-BE49-F238E27FC236}">
                      <a16:creationId xmlns:a16="http://schemas.microsoft.com/office/drawing/2014/main" id="{94944F50-BC30-98A8-7764-C921E316E6BC}"/>
                    </a:ext>
                  </a:extLst>
                </p:cNvPr>
                <p:cNvSpPr/>
                <p:nvPr userDrawn="1"/>
              </p:nvSpPr>
              <p:spPr>
                <a:xfrm>
                  <a:off x="-2709812" y="4656566"/>
                  <a:ext cx="763449" cy="716808"/>
                </a:xfrm>
                <a:prstGeom prst="rect">
                  <a:avLst/>
                </a:prstGeom>
                <a:solidFill>
                  <a:schemeClr val="accent5">
                    <a:lumMod val="60000"/>
                    <a:lumOff val="40000"/>
                  </a:schemeClr>
                </a:solidFill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marL="0" marR="0" lvl="0" indent="0" algn="ctr" defTabSz="914400" rtl="0" eaLnBrk="1" fontAlgn="auto" latinLnBrk="0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1" lang="ja-JP" altLang="en-US" sz="1800" b="0" i="0" u="none" strike="noStrike" kern="1200" cap="none" spc="0" normalizeH="0" baseline="0" noProof="0">
                    <a:ln>
                      <a:noFill/>
                    </a:ln>
                    <a:solidFill>
                      <a:srgbClr val="005CCA"/>
                    </a:solidFill>
                    <a:effectLst/>
                    <a:uLnTx/>
                    <a:uFillTx/>
                    <a:latin typeface="游ゴシック Medium"/>
                    <a:ea typeface="游ゴシック Medium"/>
                    <a:cs typeface="+mn-cs"/>
                  </a:endParaRPr>
                </a:p>
              </p:txBody>
            </p:sp>
            <p:sp>
              <p:nvSpPr>
                <p:cNvPr id="42" name="正方形/長方形 41">
                  <a:extLst>
                    <a:ext uri="{FF2B5EF4-FFF2-40B4-BE49-F238E27FC236}">
                      <a16:creationId xmlns:a16="http://schemas.microsoft.com/office/drawing/2014/main" id="{0AD08146-13BB-49BE-40B8-80979EBE24AE}"/>
                    </a:ext>
                  </a:extLst>
                </p:cNvPr>
                <p:cNvSpPr/>
                <p:nvPr userDrawn="1"/>
              </p:nvSpPr>
              <p:spPr>
                <a:xfrm>
                  <a:off x="-2709812" y="5585774"/>
                  <a:ext cx="763449" cy="716808"/>
                </a:xfrm>
                <a:prstGeom prst="rect">
                  <a:avLst/>
                </a:prstGeom>
                <a:solidFill>
                  <a:schemeClr val="accent5">
                    <a:lumMod val="40000"/>
                    <a:lumOff val="60000"/>
                  </a:schemeClr>
                </a:solidFill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marL="0" marR="0" lvl="0" indent="0" algn="ctr" defTabSz="914400" rtl="0" eaLnBrk="1" fontAlgn="auto" latinLnBrk="0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1" lang="ja-JP" altLang="en-US" sz="1800" b="0" i="0" u="none" strike="noStrike" kern="1200" cap="none" spc="0" normalizeH="0" baseline="0" noProof="0">
                    <a:ln>
                      <a:noFill/>
                    </a:ln>
                    <a:solidFill>
                      <a:srgbClr val="005CCA"/>
                    </a:solidFill>
                    <a:effectLst/>
                    <a:uLnTx/>
                    <a:uFillTx/>
                    <a:latin typeface="游ゴシック Medium"/>
                    <a:ea typeface="游ゴシック Medium"/>
                    <a:cs typeface="+mn-cs"/>
                  </a:endParaRPr>
                </a:p>
              </p:txBody>
            </p:sp>
            <p:sp>
              <p:nvSpPr>
                <p:cNvPr id="43" name="正方形/長方形 42">
                  <a:extLst>
                    <a:ext uri="{FF2B5EF4-FFF2-40B4-BE49-F238E27FC236}">
                      <a16:creationId xmlns:a16="http://schemas.microsoft.com/office/drawing/2014/main" id="{F2C600FE-6B1C-A381-6F8A-FB39F0906DDF}"/>
                    </a:ext>
                  </a:extLst>
                </p:cNvPr>
                <p:cNvSpPr/>
                <p:nvPr userDrawn="1"/>
              </p:nvSpPr>
              <p:spPr>
                <a:xfrm>
                  <a:off x="-2709812" y="6514981"/>
                  <a:ext cx="763449" cy="716808"/>
                </a:xfrm>
                <a:prstGeom prst="rect">
                  <a:avLst/>
                </a:prstGeom>
                <a:solidFill>
                  <a:schemeClr val="accent5">
                    <a:lumMod val="20000"/>
                    <a:lumOff val="80000"/>
                  </a:schemeClr>
                </a:solidFill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marL="0" marR="0" lvl="0" indent="0" algn="ctr" defTabSz="914400" rtl="0" eaLnBrk="1" fontAlgn="auto" latinLnBrk="0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1" lang="ja-JP" altLang="en-US" sz="1800" b="0" i="0" u="none" strike="noStrike" kern="1200" cap="none" spc="0" normalizeH="0" baseline="0" noProof="0">
                    <a:ln>
                      <a:noFill/>
                    </a:ln>
                    <a:solidFill>
                      <a:srgbClr val="005CCA"/>
                    </a:solidFill>
                    <a:effectLst/>
                    <a:uLnTx/>
                    <a:uFillTx/>
                    <a:latin typeface="游ゴシック Medium"/>
                    <a:ea typeface="游ゴシック Medium"/>
                    <a:cs typeface="+mn-cs"/>
                  </a:endParaRPr>
                </a:p>
              </p:txBody>
            </p:sp>
          </p:grpSp>
          <p:sp>
            <p:nvSpPr>
              <p:cNvPr id="39" name="正方形/長方形 38">
                <a:extLst>
                  <a:ext uri="{FF2B5EF4-FFF2-40B4-BE49-F238E27FC236}">
                    <a16:creationId xmlns:a16="http://schemas.microsoft.com/office/drawing/2014/main" id="{71FD3F90-C16E-E56C-FCD5-9F9147DC3655}"/>
                  </a:ext>
                </a:extLst>
              </p:cNvPr>
              <p:cNvSpPr/>
              <p:nvPr userDrawn="1"/>
            </p:nvSpPr>
            <p:spPr>
              <a:xfrm>
                <a:off x="-2841043" y="2381088"/>
                <a:ext cx="952625" cy="106570"/>
              </a:xfrm>
              <a:prstGeom prst="rect">
                <a:avLst/>
              </a:prstGeom>
              <a:noFill/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lIns="0" tIns="0" rIns="0" bIns="0" rtlCol="0" anchor="ctr"/>
              <a:lstStyle/>
              <a:p>
                <a:pPr marL="0" marR="0" lvl="0" indent="0" algn="ctr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r>
                  <a:rPr kumimoji="1" lang="ja-JP" altLang="en-US" sz="1200" b="0" i="0" u="none" strike="noStrike" kern="1200" cap="none" spc="0" normalizeH="0" baseline="0" noProof="0" dirty="0">
                    <a:ln>
                      <a:noFill/>
                    </a:ln>
                    <a:solidFill>
                      <a:srgbClr val="000000"/>
                    </a:solidFill>
                    <a:effectLst/>
                    <a:uLnTx/>
                    <a:uFillTx/>
                    <a:latin typeface="+mn-lt"/>
                    <a:ea typeface="+mn-ea"/>
                    <a:cs typeface="+mn-cs"/>
                  </a:rPr>
                  <a:t>アクセント</a:t>
                </a:r>
              </a:p>
            </p:txBody>
          </p:sp>
        </p:grpSp>
        <p:grpSp>
          <p:nvGrpSpPr>
            <p:cNvPr id="44" name="グループ化 43">
              <a:extLst>
                <a:ext uri="{FF2B5EF4-FFF2-40B4-BE49-F238E27FC236}">
                  <a16:creationId xmlns:a16="http://schemas.microsoft.com/office/drawing/2014/main" id="{45287B80-A7AE-DC26-6D19-191937BABF8C}"/>
                </a:ext>
              </a:extLst>
            </p:cNvPr>
            <p:cNvGrpSpPr/>
            <p:nvPr userDrawn="1"/>
          </p:nvGrpSpPr>
          <p:grpSpPr>
            <a:xfrm>
              <a:off x="-1773055" y="-29139"/>
              <a:ext cx="452006" cy="2227375"/>
              <a:chOff x="-1773055" y="-29139"/>
              <a:chExt cx="452006" cy="2227375"/>
            </a:xfrm>
          </p:grpSpPr>
          <p:grpSp>
            <p:nvGrpSpPr>
              <p:cNvPr id="45" name="グループ化 44">
                <a:extLst>
                  <a:ext uri="{FF2B5EF4-FFF2-40B4-BE49-F238E27FC236}">
                    <a16:creationId xmlns:a16="http://schemas.microsoft.com/office/drawing/2014/main" id="{05E72D4E-8753-5D4D-9926-BA772C15FD96}"/>
                  </a:ext>
                </a:extLst>
              </p:cNvPr>
              <p:cNvGrpSpPr/>
              <p:nvPr userDrawn="1"/>
            </p:nvGrpSpPr>
            <p:grpSpPr>
              <a:xfrm>
                <a:off x="-1773055" y="123410"/>
                <a:ext cx="452006" cy="2074826"/>
                <a:chOff x="-2709812" y="0"/>
                <a:chExt cx="763449" cy="3504430"/>
              </a:xfrm>
            </p:grpSpPr>
            <p:sp>
              <p:nvSpPr>
                <p:cNvPr id="47" name="正方形/長方形 46">
                  <a:extLst>
                    <a:ext uri="{FF2B5EF4-FFF2-40B4-BE49-F238E27FC236}">
                      <a16:creationId xmlns:a16="http://schemas.microsoft.com/office/drawing/2014/main" id="{73D96849-1B9C-EA08-475D-AD19CD8AE117}"/>
                    </a:ext>
                  </a:extLst>
                </p:cNvPr>
                <p:cNvSpPr/>
                <p:nvPr userDrawn="1"/>
              </p:nvSpPr>
              <p:spPr>
                <a:xfrm>
                  <a:off x="-2709812" y="0"/>
                  <a:ext cx="763449" cy="716809"/>
                </a:xfrm>
                <a:prstGeom prst="rect">
                  <a:avLst/>
                </a:prstGeom>
                <a:solidFill>
                  <a:schemeClr val="accent2"/>
                </a:solidFill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marL="0" marR="0" lvl="0" indent="0" algn="ctr" defTabSz="914400" rtl="0" eaLnBrk="1" fontAlgn="auto" latinLnBrk="0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1" lang="ja-JP" altLang="en-US" sz="1800" b="0" i="0" u="none" strike="noStrike" kern="1200" cap="none" spc="0" normalizeH="0" baseline="0" noProof="0" dirty="0">
                    <a:ln>
                      <a:noFill/>
                    </a:ln>
                    <a:solidFill>
                      <a:srgbClr val="005CCA"/>
                    </a:solidFill>
                    <a:effectLst/>
                    <a:uLnTx/>
                    <a:uFillTx/>
                    <a:latin typeface="游ゴシック Medium"/>
                    <a:ea typeface="游ゴシック Medium"/>
                    <a:cs typeface="+mn-cs"/>
                  </a:endParaRPr>
                </a:p>
              </p:txBody>
            </p:sp>
            <p:sp>
              <p:nvSpPr>
                <p:cNvPr id="48" name="正方形/長方形 47">
                  <a:extLst>
                    <a:ext uri="{FF2B5EF4-FFF2-40B4-BE49-F238E27FC236}">
                      <a16:creationId xmlns:a16="http://schemas.microsoft.com/office/drawing/2014/main" id="{9C380EA7-E53F-98B1-183F-83F17AAD2B44}"/>
                    </a:ext>
                  </a:extLst>
                </p:cNvPr>
                <p:cNvSpPr/>
                <p:nvPr userDrawn="1"/>
              </p:nvSpPr>
              <p:spPr>
                <a:xfrm>
                  <a:off x="-2709812" y="929207"/>
                  <a:ext cx="763449" cy="716809"/>
                </a:xfrm>
                <a:prstGeom prst="rect">
                  <a:avLst/>
                </a:prstGeom>
                <a:solidFill>
                  <a:schemeClr val="accent2">
                    <a:lumMod val="60000"/>
                    <a:lumOff val="40000"/>
                  </a:schemeClr>
                </a:solidFill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marL="0" marR="0" lvl="0" indent="0" algn="ctr" defTabSz="914400" rtl="0" eaLnBrk="1" fontAlgn="auto" latinLnBrk="0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1" lang="ja-JP" altLang="en-US" sz="1800" b="0" i="0" u="none" strike="noStrike" kern="1200" cap="none" spc="0" normalizeH="0" baseline="0" noProof="0" dirty="0">
                    <a:ln>
                      <a:noFill/>
                    </a:ln>
                    <a:solidFill>
                      <a:srgbClr val="005CCA"/>
                    </a:solidFill>
                    <a:effectLst/>
                    <a:uLnTx/>
                    <a:uFillTx/>
                    <a:latin typeface="游ゴシック Medium"/>
                    <a:ea typeface="游ゴシック Medium"/>
                    <a:cs typeface="+mn-cs"/>
                  </a:endParaRPr>
                </a:p>
              </p:txBody>
            </p:sp>
            <p:sp>
              <p:nvSpPr>
                <p:cNvPr id="49" name="正方形/長方形 48">
                  <a:extLst>
                    <a:ext uri="{FF2B5EF4-FFF2-40B4-BE49-F238E27FC236}">
                      <a16:creationId xmlns:a16="http://schemas.microsoft.com/office/drawing/2014/main" id="{5AA57D7E-ACC6-DCB6-3DD9-37646DC61EA4}"/>
                    </a:ext>
                  </a:extLst>
                </p:cNvPr>
                <p:cNvSpPr/>
                <p:nvPr userDrawn="1"/>
              </p:nvSpPr>
              <p:spPr>
                <a:xfrm>
                  <a:off x="-2709812" y="1858417"/>
                  <a:ext cx="763449" cy="716809"/>
                </a:xfrm>
                <a:prstGeom prst="rect">
                  <a:avLst/>
                </a:prstGeom>
                <a:solidFill>
                  <a:schemeClr val="accent2">
                    <a:lumMod val="40000"/>
                    <a:lumOff val="60000"/>
                  </a:schemeClr>
                </a:solidFill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marL="0" marR="0" lvl="0" indent="0" algn="ctr" defTabSz="914400" rtl="0" eaLnBrk="1" fontAlgn="auto" latinLnBrk="0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1" lang="ja-JP" altLang="en-US" sz="1800" b="0" i="0" u="none" strike="noStrike" kern="1200" cap="none" spc="0" normalizeH="0" baseline="0" noProof="0">
                    <a:ln>
                      <a:noFill/>
                    </a:ln>
                    <a:solidFill>
                      <a:srgbClr val="005CCA"/>
                    </a:solidFill>
                    <a:effectLst/>
                    <a:uLnTx/>
                    <a:uFillTx/>
                    <a:latin typeface="游ゴシック Medium"/>
                    <a:ea typeface="游ゴシック Medium"/>
                    <a:cs typeface="+mn-cs"/>
                  </a:endParaRPr>
                </a:p>
              </p:txBody>
            </p:sp>
            <p:sp>
              <p:nvSpPr>
                <p:cNvPr id="50" name="正方形/長方形 49">
                  <a:extLst>
                    <a:ext uri="{FF2B5EF4-FFF2-40B4-BE49-F238E27FC236}">
                      <a16:creationId xmlns:a16="http://schemas.microsoft.com/office/drawing/2014/main" id="{10F1B29E-C007-822F-7D91-9ED825B8000E}"/>
                    </a:ext>
                  </a:extLst>
                </p:cNvPr>
                <p:cNvSpPr/>
                <p:nvPr userDrawn="1"/>
              </p:nvSpPr>
              <p:spPr>
                <a:xfrm>
                  <a:off x="-2709812" y="2787621"/>
                  <a:ext cx="763449" cy="716809"/>
                </a:xfrm>
                <a:prstGeom prst="rect">
                  <a:avLst/>
                </a:prstGeom>
                <a:solidFill>
                  <a:schemeClr val="accent2">
                    <a:lumMod val="20000"/>
                    <a:lumOff val="80000"/>
                  </a:schemeClr>
                </a:solidFill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marL="0" marR="0" lvl="0" indent="0" algn="ctr" defTabSz="914400" rtl="0" eaLnBrk="1" fontAlgn="auto" latinLnBrk="0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1" lang="ja-JP" altLang="en-US" sz="1800" b="0" i="0" u="none" strike="noStrike" kern="1200" cap="none" spc="0" normalizeH="0" baseline="0" noProof="0">
                    <a:ln>
                      <a:noFill/>
                    </a:ln>
                    <a:solidFill>
                      <a:srgbClr val="005CCA"/>
                    </a:solidFill>
                    <a:effectLst/>
                    <a:uLnTx/>
                    <a:uFillTx/>
                    <a:latin typeface="游ゴシック Medium"/>
                    <a:ea typeface="游ゴシック Medium"/>
                    <a:cs typeface="+mn-cs"/>
                  </a:endParaRPr>
                </a:p>
              </p:txBody>
            </p:sp>
          </p:grpSp>
          <p:sp>
            <p:nvSpPr>
              <p:cNvPr id="46" name="正方形/長方形 45">
                <a:extLst>
                  <a:ext uri="{FF2B5EF4-FFF2-40B4-BE49-F238E27FC236}">
                    <a16:creationId xmlns:a16="http://schemas.microsoft.com/office/drawing/2014/main" id="{8B0AA1E8-2C46-3E1F-6531-63EFE682182E}"/>
                  </a:ext>
                </a:extLst>
              </p:cNvPr>
              <p:cNvSpPr/>
              <p:nvPr userDrawn="1"/>
            </p:nvSpPr>
            <p:spPr>
              <a:xfrm>
                <a:off x="-1698382" y="-29139"/>
                <a:ext cx="302661" cy="106570"/>
              </a:xfrm>
              <a:prstGeom prst="rect">
                <a:avLst/>
              </a:prstGeom>
              <a:noFill/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lIns="0" tIns="0" rIns="0" bIns="0" rtlCol="0" anchor="ctr"/>
              <a:lstStyle/>
              <a:p>
                <a:pPr marL="0" marR="0" lvl="0" indent="0" algn="ctr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r>
                  <a:rPr kumimoji="1" lang="en-US" altLang="ja-JP" sz="1200" b="0" i="0" u="none" strike="noStrike" kern="1200" cap="none" spc="0" normalizeH="0" baseline="0" noProof="0" dirty="0">
                    <a:ln>
                      <a:noFill/>
                    </a:ln>
                    <a:solidFill>
                      <a:srgbClr val="000000"/>
                    </a:solidFill>
                    <a:effectLst/>
                    <a:uLnTx/>
                    <a:uFillTx/>
                    <a:latin typeface="游ゴシック Medium"/>
                    <a:ea typeface="游ゴシック Medium"/>
                    <a:cs typeface="+mn-cs"/>
                  </a:rPr>
                  <a:t>3</a:t>
                </a:r>
                <a:endParaRPr kumimoji="1" lang="ja-JP" altLang="en-US" sz="1200" b="0" i="0" u="none" strike="noStrike" kern="1200" cap="none" spc="0" normalizeH="0" baseline="0" noProof="0" dirty="0">
                  <a:ln>
                    <a:noFill/>
                  </a:ln>
                  <a:solidFill>
                    <a:srgbClr val="000000"/>
                  </a:solidFill>
                  <a:effectLst/>
                  <a:uLnTx/>
                  <a:uFillTx/>
                  <a:latin typeface="游ゴシック Medium"/>
                  <a:ea typeface="游ゴシック Medium"/>
                  <a:cs typeface="+mn-cs"/>
                </a:endParaRPr>
              </a:p>
            </p:txBody>
          </p:sp>
        </p:grpSp>
        <p:grpSp>
          <p:nvGrpSpPr>
            <p:cNvPr id="51" name="グループ化 50">
              <a:extLst>
                <a:ext uri="{FF2B5EF4-FFF2-40B4-BE49-F238E27FC236}">
                  <a16:creationId xmlns:a16="http://schemas.microsoft.com/office/drawing/2014/main" id="{37BE7498-F33A-356E-CEF5-7C9C05E52D16}"/>
                </a:ext>
              </a:extLst>
            </p:cNvPr>
            <p:cNvGrpSpPr/>
            <p:nvPr userDrawn="1"/>
          </p:nvGrpSpPr>
          <p:grpSpPr>
            <a:xfrm>
              <a:off x="-955378" y="-34199"/>
              <a:ext cx="452006" cy="2232435"/>
              <a:chOff x="-955378" y="-34199"/>
              <a:chExt cx="452006" cy="2232435"/>
            </a:xfrm>
          </p:grpSpPr>
          <p:grpSp>
            <p:nvGrpSpPr>
              <p:cNvPr id="52" name="グループ化 51">
                <a:extLst>
                  <a:ext uri="{FF2B5EF4-FFF2-40B4-BE49-F238E27FC236}">
                    <a16:creationId xmlns:a16="http://schemas.microsoft.com/office/drawing/2014/main" id="{9378C161-EDC6-2D3A-276A-2369FDBBA018}"/>
                  </a:ext>
                </a:extLst>
              </p:cNvPr>
              <p:cNvGrpSpPr/>
              <p:nvPr userDrawn="1"/>
            </p:nvGrpSpPr>
            <p:grpSpPr>
              <a:xfrm>
                <a:off x="-955378" y="123410"/>
                <a:ext cx="452006" cy="2074826"/>
                <a:chOff x="-1330808" y="19671"/>
                <a:chExt cx="763449" cy="3504430"/>
              </a:xfrm>
            </p:grpSpPr>
            <p:sp>
              <p:nvSpPr>
                <p:cNvPr id="54" name="正方形/長方形 53">
                  <a:extLst>
                    <a:ext uri="{FF2B5EF4-FFF2-40B4-BE49-F238E27FC236}">
                      <a16:creationId xmlns:a16="http://schemas.microsoft.com/office/drawing/2014/main" id="{A634CFE2-975D-CE1A-0FF6-84E4CD035692}"/>
                    </a:ext>
                  </a:extLst>
                </p:cNvPr>
                <p:cNvSpPr/>
                <p:nvPr userDrawn="1"/>
              </p:nvSpPr>
              <p:spPr>
                <a:xfrm>
                  <a:off x="-1330808" y="19671"/>
                  <a:ext cx="763449" cy="716808"/>
                </a:xfrm>
                <a:prstGeom prst="rect">
                  <a:avLst/>
                </a:prstGeom>
                <a:solidFill>
                  <a:schemeClr val="accent3"/>
                </a:solidFill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marL="0" marR="0" lvl="0" indent="0" algn="ctr" defTabSz="914400" rtl="0" eaLnBrk="1" fontAlgn="auto" latinLnBrk="0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1" lang="ja-JP" altLang="en-US" sz="1800" b="0" i="0" u="none" strike="noStrike" kern="1200" cap="none" spc="0" normalizeH="0" baseline="0" noProof="0" dirty="0">
                    <a:ln>
                      <a:noFill/>
                    </a:ln>
                    <a:solidFill>
                      <a:srgbClr val="005CCA"/>
                    </a:solidFill>
                    <a:effectLst/>
                    <a:uLnTx/>
                    <a:uFillTx/>
                    <a:latin typeface="游ゴシック Medium"/>
                    <a:ea typeface="游ゴシック Medium"/>
                    <a:cs typeface="+mn-cs"/>
                  </a:endParaRPr>
                </a:p>
              </p:txBody>
            </p:sp>
            <p:sp>
              <p:nvSpPr>
                <p:cNvPr id="55" name="正方形/長方形 54">
                  <a:extLst>
                    <a:ext uri="{FF2B5EF4-FFF2-40B4-BE49-F238E27FC236}">
                      <a16:creationId xmlns:a16="http://schemas.microsoft.com/office/drawing/2014/main" id="{414ED0BE-A96F-16AA-841E-4E62E286CD5F}"/>
                    </a:ext>
                  </a:extLst>
                </p:cNvPr>
                <p:cNvSpPr/>
                <p:nvPr userDrawn="1"/>
              </p:nvSpPr>
              <p:spPr>
                <a:xfrm>
                  <a:off x="-1330808" y="948878"/>
                  <a:ext cx="763449" cy="716808"/>
                </a:xfrm>
                <a:prstGeom prst="rect">
                  <a:avLst/>
                </a:prstGeom>
                <a:solidFill>
                  <a:schemeClr val="accent3">
                    <a:lumMod val="60000"/>
                    <a:lumOff val="40000"/>
                  </a:schemeClr>
                </a:solidFill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marL="0" marR="0" lvl="0" indent="0" algn="ctr" defTabSz="914400" rtl="0" eaLnBrk="1" fontAlgn="auto" latinLnBrk="0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1" lang="ja-JP" altLang="en-US" sz="1800" b="0" i="0" u="none" strike="noStrike" kern="1200" cap="none" spc="0" normalizeH="0" baseline="0" noProof="0" dirty="0">
                    <a:ln>
                      <a:noFill/>
                    </a:ln>
                    <a:solidFill>
                      <a:srgbClr val="005CCA"/>
                    </a:solidFill>
                    <a:effectLst/>
                    <a:uLnTx/>
                    <a:uFillTx/>
                    <a:latin typeface="游ゴシック Medium"/>
                    <a:ea typeface="游ゴシック Medium"/>
                    <a:cs typeface="+mn-cs"/>
                  </a:endParaRPr>
                </a:p>
              </p:txBody>
            </p:sp>
            <p:sp>
              <p:nvSpPr>
                <p:cNvPr id="56" name="正方形/長方形 55">
                  <a:extLst>
                    <a:ext uri="{FF2B5EF4-FFF2-40B4-BE49-F238E27FC236}">
                      <a16:creationId xmlns:a16="http://schemas.microsoft.com/office/drawing/2014/main" id="{F3749076-C728-8BC0-7533-69438AFD6161}"/>
                    </a:ext>
                  </a:extLst>
                </p:cNvPr>
                <p:cNvSpPr/>
                <p:nvPr userDrawn="1"/>
              </p:nvSpPr>
              <p:spPr>
                <a:xfrm>
                  <a:off x="-1330808" y="1878086"/>
                  <a:ext cx="763449" cy="716808"/>
                </a:xfrm>
                <a:prstGeom prst="rect">
                  <a:avLst/>
                </a:prstGeom>
                <a:solidFill>
                  <a:schemeClr val="accent3">
                    <a:lumMod val="40000"/>
                    <a:lumOff val="60000"/>
                  </a:schemeClr>
                </a:solidFill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marL="0" marR="0" lvl="0" indent="0" algn="ctr" defTabSz="914400" rtl="0" eaLnBrk="1" fontAlgn="auto" latinLnBrk="0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1" lang="ja-JP" altLang="en-US" sz="1800" b="0" i="0" u="none" strike="noStrike" kern="1200" cap="none" spc="0" normalizeH="0" baseline="0" noProof="0">
                    <a:ln>
                      <a:noFill/>
                    </a:ln>
                    <a:solidFill>
                      <a:srgbClr val="005CCA"/>
                    </a:solidFill>
                    <a:effectLst/>
                    <a:uLnTx/>
                    <a:uFillTx/>
                    <a:latin typeface="游ゴシック Medium"/>
                    <a:ea typeface="游ゴシック Medium"/>
                    <a:cs typeface="+mn-cs"/>
                  </a:endParaRPr>
                </a:p>
              </p:txBody>
            </p:sp>
            <p:sp>
              <p:nvSpPr>
                <p:cNvPr id="57" name="正方形/長方形 56">
                  <a:extLst>
                    <a:ext uri="{FF2B5EF4-FFF2-40B4-BE49-F238E27FC236}">
                      <a16:creationId xmlns:a16="http://schemas.microsoft.com/office/drawing/2014/main" id="{519A1ADA-EFC6-EC54-A584-0C3EC6F79E9C}"/>
                    </a:ext>
                  </a:extLst>
                </p:cNvPr>
                <p:cNvSpPr/>
                <p:nvPr userDrawn="1"/>
              </p:nvSpPr>
              <p:spPr>
                <a:xfrm>
                  <a:off x="-1330808" y="2807293"/>
                  <a:ext cx="763449" cy="716808"/>
                </a:xfrm>
                <a:prstGeom prst="rect">
                  <a:avLst/>
                </a:prstGeom>
                <a:solidFill>
                  <a:schemeClr val="accent3">
                    <a:lumMod val="20000"/>
                    <a:lumOff val="80000"/>
                  </a:schemeClr>
                </a:solidFill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marL="0" marR="0" lvl="0" indent="0" algn="ctr" defTabSz="914400" rtl="0" eaLnBrk="1" fontAlgn="auto" latinLnBrk="0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1" lang="ja-JP" altLang="en-US" sz="1800" b="0" i="0" u="none" strike="noStrike" kern="1200" cap="none" spc="0" normalizeH="0" baseline="0" noProof="0">
                    <a:ln>
                      <a:noFill/>
                    </a:ln>
                    <a:solidFill>
                      <a:srgbClr val="005CCA"/>
                    </a:solidFill>
                    <a:effectLst/>
                    <a:uLnTx/>
                    <a:uFillTx/>
                    <a:latin typeface="游ゴシック Medium"/>
                    <a:ea typeface="游ゴシック Medium"/>
                    <a:cs typeface="+mn-cs"/>
                  </a:endParaRPr>
                </a:p>
              </p:txBody>
            </p:sp>
          </p:grpSp>
          <p:sp>
            <p:nvSpPr>
              <p:cNvPr id="53" name="正方形/長方形 52">
                <a:extLst>
                  <a:ext uri="{FF2B5EF4-FFF2-40B4-BE49-F238E27FC236}">
                    <a16:creationId xmlns:a16="http://schemas.microsoft.com/office/drawing/2014/main" id="{594E350D-812A-C83F-D2AE-470F3B91EEA3}"/>
                  </a:ext>
                </a:extLst>
              </p:cNvPr>
              <p:cNvSpPr/>
              <p:nvPr userDrawn="1"/>
            </p:nvSpPr>
            <p:spPr>
              <a:xfrm>
                <a:off x="-880704" y="-34199"/>
                <a:ext cx="302661" cy="106570"/>
              </a:xfrm>
              <a:prstGeom prst="rect">
                <a:avLst/>
              </a:prstGeom>
              <a:noFill/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lIns="0" tIns="0" rIns="0" bIns="0" rtlCol="0" anchor="ctr"/>
              <a:lstStyle/>
              <a:p>
                <a:pPr marL="0" marR="0" lvl="0" indent="0" algn="ctr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r>
                  <a:rPr kumimoji="1" lang="en-US" altLang="ja-JP" sz="1200" b="0" i="0" u="none" strike="noStrike" kern="1200" cap="none" spc="0" normalizeH="0" baseline="0" noProof="0" dirty="0">
                    <a:ln>
                      <a:noFill/>
                    </a:ln>
                    <a:solidFill>
                      <a:srgbClr val="000000"/>
                    </a:solidFill>
                    <a:effectLst/>
                    <a:uLnTx/>
                    <a:uFillTx/>
                    <a:latin typeface="游ゴシック Medium"/>
                    <a:ea typeface="游ゴシック Medium"/>
                    <a:cs typeface="+mn-cs"/>
                  </a:rPr>
                  <a:t>4</a:t>
                </a:r>
              </a:p>
            </p:txBody>
          </p:sp>
        </p:grpSp>
        <p:grpSp>
          <p:nvGrpSpPr>
            <p:cNvPr id="58" name="グループ化 57">
              <a:extLst>
                <a:ext uri="{FF2B5EF4-FFF2-40B4-BE49-F238E27FC236}">
                  <a16:creationId xmlns:a16="http://schemas.microsoft.com/office/drawing/2014/main" id="{41EA08B1-9AD3-6E4A-5326-4A9C95BCE863}"/>
                </a:ext>
              </a:extLst>
            </p:cNvPr>
            <p:cNvGrpSpPr/>
            <p:nvPr userDrawn="1"/>
          </p:nvGrpSpPr>
          <p:grpSpPr>
            <a:xfrm>
              <a:off x="-2001755" y="2381088"/>
              <a:ext cx="909406" cy="2236157"/>
              <a:chOff x="-2001755" y="2381088"/>
              <a:chExt cx="909406" cy="2236157"/>
            </a:xfrm>
          </p:grpSpPr>
          <p:grpSp>
            <p:nvGrpSpPr>
              <p:cNvPr id="59" name="グループ化 58">
                <a:extLst>
                  <a:ext uri="{FF2B5EF4-FFF2-40B4-BE49-F238E27FC236}">
                    <a16:creationId xmlns:a16="http://schemas.microsoft.com/office/drawing/2014/main" id="{BFD74164-31D1-4C3E-0B2D-83C6C35F6841}"/>
                  </a:ext>
                </a:extLst>
              </p:cNvPr>
              <p:cNvGrpSpPr/>
              <p:nvPr userDrawn="1"/>
            </p:nvGrpSpPr>
            <p:grpSpPr>
              <a:xfrm>
                <a:off x="-1773055" y="2542419"/>
                <a:ext cx="452006" cy="2074826"/>
                <a:chOff x="-1330809" y="3775503"/>
                <a:chExt cx="763449" cy="3504430"/>
              </a:xfrm>
            </p:grpSpPr>
            <p:sp>
              <p:nvSpPr>
                <p:cNvPr id="61" name="正方形/長方形 60">
                  <a:extLst>
                    <a:ext uri="{FF2B5EF4-FFF2-40B4-BE49-F238E27FC236}">
                      <a16:creationId xmlns:a16="http://schemas.microsoft.com/office/drawing/2014/main" id="{8F096219-E83C-2CC8-7948-D46D6AEFB1E8}"/>
                    </a:ext>
                  </a:extLst>
                </p:cNvPr>
                <p:cNvSpPr/>
                <p:nvPr userDrawn="1"/>
              </p:nvSpPr>
              <p:spPr>
                <a:xfrm>
                  <a:off x="-1330809" y="3775503"/>
                  <a:ext cx="763449" cy="716808"/>
                </a:xfrm>
                <a:prstGeom prst="rect">
                  <a:avLst/>
                </a:prstGeom>
                <a:solidFill>
                  <a:schemeClr val="accent6"/>
                </a:solidFill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marL="0" marR="0" lvl="0" indent="0" algn="ctr" defTabSz="914400" rtl="0" eaLnBrk="1" fontAlgn="auto" latinLnBrk="0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1" lang="ja-JP" altLang="en-US" sz="1800" b="0" i="0" u="none" strike="noStrike" kern="1200" cap="none" spc="0" normalizeH="0" baseline="0" noProof="0" dirty="0">
                    <a:ln>
                      <a:noFill/>
                    </a:ln>
                    <a:solidFill>
                      <a:srgbClr val="005CCA"/>
                    </a:solidFill>
                    <a:effectLst/>
                    <a:uLnTx/>
                    <a:uFillTx/>
                    <a:latin typeface="游ゴシック Medium"/>
                    <a:ea typeface="游ゴシック Medium"/>
                    <a:cs typeface="+mn-cs"/>
                  </a:endParaRPr>
                </a:p>
              </p:txBody>
            </p:sp>
            <p:sp>
              <p:nvSpPr>
                <p:cNvPr id="62" name="正方形/長方形 61">
                  <a:extLst>
                    <a:ext uri="{FF2B5EF4-FFF2-40B4-BE49-F238E27FC236}">
                      <a16:creationId xmlns:a16="http://schemas.microsoft.com/office/drawing/2014/main" id="{373B9FF0-FF11-AC4A-F5E7-02F757D6685E}"/>
                    </a:ext>
                  </a:extLst>
                </p:cNvPr>
                <p:cNvSpPr/>
                <p:nvPr userDrawn="1"/>
              </p:nvSpPr>
              <p:spPr>
                <a:xfrm>
                  <a:off x="-1330809" y="4704710"/>
                  <a:ext cx="763449" cy="716808"/>
                </a:xfrm>
                <a:prstGeom prst="rect">
                  <a:avLst/>
                </a:prstGeom>
                <a:solidFill>
                  <a:schemeClr val="accent6">
                    <a:lumMod val="60000"/>
                    <a:lumOff val="40000"/>
                  </a:schemeClr>
                </a:solidFill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marL="0" marR="0" lvl="0" indent="0" algn="ctr" defTabSz="914400" rtl="0" eaLnBrk="1" fontAlgn="auto" latinLnBrk="0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1" lang="ja-JP" altLang="en-US" sz="1800" b="0" i="0" u="none" strike="noStrike" kern="1200" cap="none" spc="0" normalizeH="0" baseline="0" noProof="0">
                    <a:ln>
                      <a:noFill/>
                    </a:ln>
                    <a:solidFill>
                      <a:srgbClr val="005CCA"/>
                    </a:solidFill>
                    <a:effectLst/>
                    <a:uLnTx/>
                    <a:uFillTx/>
                    <a:latin typeface="游ゴシック Medium"/>
                    <a:ea typeface="游ゴシック Medium"/>
                    <a:cs typeface="+mn-cs"/>
                  </a:endParaRPr>
                </a:p>
              </p:txBody>
            </p:sp>
            <p:sp>
              <p:nvSpPr>
                <p:cNvPr id="63" name="正方形/長方形 62">
                  <a:extLst>
                    <a:ext uri="{FF2B5EF4-FFF2-40B4-BE49-F238E27FC236}">
                      <a16:creationId xmlns:a16="http://schemas.microsoft.com/office/drawing/2014/main" id="{0A5E5E4D-6967-E631-4B1E-697450DC1156}"/>
                    </a:ext>
                  </a:extLst>
                </p:cNvPr>
                <p:cNvSpPr/>
                <p:nvPr userDrawn="1"/>
              </p:nvSpPr>
              <p:spPr>
                <a:xfrm>
                  <a:off x="-1330809" y="5633918"/>
                  <a:ext cx="763449" cy="716808"/>
                </a:xfrm>
                <a:prstGeom prst="rect">
                  <a:avLst/>
                </a:prstGeom>
                <a:solidFill>
                  <a:schemeClr val="accent6">
                    <a:lumMod val="40000"/>
                    <a:lumOff val="60000"/>
                  </a:schemeClr>
                </a:solidFill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marL="0" marR="0" lvl="0" indent="0" algn="ctr" defTabSz="914400" rtl="0" eaLnBrk="1" fontAlgn="auto" latinLnBrk="0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1" lang="ja-JP" altLang="en-US" sz="1800" b="0" i="0" u="none" strike="noStrike" kern="1200" cap="none" spc="0" normalizeH="0" baseline="0" noProof="0">
                    <a:ln>
                      <a:noFill/>
                    </a:ln>
                    <a:solidFill>
                      <a:srgbClr val="005CCA"/>
                    </a:solidFill>
                    <a:effectLst/>
                    <a:uLnTx/>
                    <a:uFillTx/>
                    <a:latin typeface="游ゴシック Medium"/>
                    <a:ea typeface="游ゴシック Medium"/>
                    <a:cs typeface="+mn-cs"/>
                  </a:endParaRPr>
                </a:p>
              </p:txBody>
            </p:sp>
            <p:sp>
              <p:nvSpPr>
                <p:cNvPr id="64" name="正方形/長方形 63">
                  <a:extLst>
                    <a:ext uri="{FF2B5EF4-FFF2-40B4-BE49-F238E27FC236}">
                      <a16:creationId xmlns:a16="http://schemas.microsoft.com/office/drawing/2014/main" id="{4837D0C0-EBB2-895D-801A-386863D73692}"/>
                    </a:ext>
                  </a:extLst>
                </p:cNvPr>
                <p:cNvSpPr/>
                <p:nvPr userDrawn="1"/>
              </p:nvSpPr>
              <p:spPr>
                <a:xfrm>
                  <a:off x="-1330809" y="6563125"/>
                  <a:ext cx="763449" cy="716808"/>
                </a:xfrm>
                <a:prstGeom prst="rect">
                  <a:avLst/>
                </a:prstGeom>
                <a:solidFill>
                  <a:schemeClr val="accent6">
                    <a:lumMod val="20000"/>
                    <a:lumOff val="80000"/>
                  </a:schemeClr>
                </a:solidFill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marL="0" marR="0" lvl="0" indent="0" algn="ctr" defTabSz="914400" rtl="0" eaLnBrk="1" fontAlgn="auto" latinLnBrk="0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1" lang="ja-JP" altLang="en-US" sz="1800" b="0" i="0" u="none" strike="noStrike" kern="1200" cap="none" spc="0" normalizeH="0" baseline="0" noProof="0">
                    <a:ln>
                      <a:noFill/>
                    </a:ln>
                    <a:solidFill>
                      <a:srgbClr val="005CCA"/>
                    </a:solidFill>
                    <a:effectLst/>
                    <a:uLnTx/>
                    <a:uFillTx/>
                    <a:latin typeface="游ゴシック Medium"/>
                    <a:ea typeface="游ゴシック Medium"/>
                    <a:cs typeface="+mn-cs"/>
                  </a:endParaRPr>
                </a:p>
              </p:txBody>
            </p:sp>
          </p:grpSp>
          <p:sp>
            <p:nvSpPr>
              <p:cNvPr id="60" name="正方形/長方形 59">
                <a:extLst>
                  <a:ext uri="{FF2B5EF4-FFF2-40B4-BE49-F238E27FC236}">
                    <a16:creationId xmlns:a16="http://schemas.microsoft.com/office/drawing/2014/main" id="{E105363E-D87F-3EAE-F562-CB7789853B68}"/>
                  </a:ext>
                </a:extLst>
              </p:cNvPr>
              <p:cNvSpPr/>
              <p:nvPr userDrawn="1"/>
            </p:nvSpPr>
            <p:spPr>
              <a:xfrm>
                <a:off x="-2001755" y="2381088"/>
                <a:ext cx="909406" cy="106570"/>
              </a:xfrm>
              <a:prstGeom prst="rect">
                <a:avLst/>
              </a:prstGeom>
              <a:noFill/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lIns="0" tIns="0" rIns="0" bIns="0" rtlCol="0" anchor="ctr"/>
              <a:lstStyle/>
              <a:p>
                <a:pPr marL="0" marR="0" lvl="0" indent="0" algn="ctr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r>
                  <a:rPr kumimoji="1" lang="ja-JP" altLang="en-US" sz="1050" b="0" i="0" u="none" strike="noStrike" kern="1200" cap="none" spc="0" normalizeH="0" baseline="0" noProof="0" dirty="0">
                    <a:ln>
                      <a:noFill/>
                    </a:ln>
                    <a:solidFill>
                      <a:srgbClr val="000000"/>
                    </a:solidFill>
                    <a:effectLst/>
                    <a:uLnTx/>
                    <a:uFillTx/>
                    <a:latin typeface="游ゴシック Medium"/>
                    <a:ea typeface="游ゴシック Medium"/>
                    <a:cs typeface="+mn-cs"/>
                  </a:rPr>
                  <a:t>黒</a:t>
                </a:r>
              </a:p>
            </p:txBody>
          </p:sp>
        </p:grpSp>
      </p:grpSp>
    </p:spTree>
    <p:extLst>
      <p:ext uri="{BB962C8B-B14F-4D97-AF65-F5344CB8AC3E}">
        <p14:creationId xmlns:p14="http://schemas.microsoft.com/office/powerpoint/2010/main" val="695801203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96" r:id="rId1"/>
    <p:sldLayoutId id="2147483721" r:id="rId2"/>
    <p:sldLayoutId id="2147483697" r:id="rId3"/>
    <p:sldLayoutId id="2147483698" r:id="rId4"/>
    <p:sldLayoutId id="2147483699" r:id="rId5"/>
    <p:sldLayoutId id="2147483700" r:id="rId6"/>
    <p:sldLayoutId id="2147483701" r:id="rId7"/>
    <p:sldLayoutId id="2147483702" r:id="rId8"/>
    <p:sldLayoutId id="2147483703" r:id="rId9"/>
    <p:sldLayoutId id="2147483717" r:id="rId10"/>
    <p:sldLayoutId id="2147483720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kumimoji="1"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kumimoji="1"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kumimoji="1"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kumimoji="1"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ja-JP"/>
      </a:defPPr>
      <a:lvl1pPr marL="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  <p:extLst>
    <p:ext uri="{27BBF7A9-308A-43DC-89C8-2F10F3537804}">
      <p15:sldGuideLst xmlns:p15="http://schemas.microsoft.com/office/powerpoint/2012/main">
        <p15:guide id="1" orient="horz" pos="800">
          <p15:clr>
            <a:srgbClr val="F26B43"/>
          </p15:clr>
        </p15:guide>
        <p15:guide id="2" pos="512">
          <p15:clr>
            <a:srgbClr val="F26B43"/>
          </p15:clr>
        </p15:guide>
        <p15:guide id="3" pos="7168">
          <p15:clr>
            <a:srgbClr val="F26B43"/>
          </p15:clr>
        </p15:guide>
        <p15:guide id="4" orient="horz" pos="1093">
          <p15:clr>
            <a:srgbClr val="F26B43"/>
          </p15:clr>
        </p15:guide>
        <p15:guide id="5" orient="horz" pos="3914">
          <p15:clr>
            <a:srgbClr val="F26B43"/>
          </p15:clr>
        </p15:guide>
      </p15:sldGuideLst>
    </p:ext>
  </p:extLst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rPr>
                <a:latin typeface="游ゴシック Medium"/>
                <a:ea typeface="游ゴシック Medium"/>
                <a:cs typeface="游ゴシック Medium"/>
              </a:rPr>
              <a:t>Claude Code / Cowork と周辺ツールの位置づけ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3" sz="quarter"/>
          </p:nvPr>
        </p:nvSpPr>
        <p:spPr/>
        <p:txBody>
          <a:bodyPr/>
          <a:lstStyle/>
          <a:p>
            <a:r>
              <a:rPr>
                <a:latin typeface="游ゴシック Medium"/>
                <a:ea typeface="游ゴシック Medium"/>
                <a:cs typeface="游ゴシック Medium"/>
              </a:rPr>
              <a:t>出典：各社公式ドキュメント（Anthropic / Microsoft Learn / OpenAI / Google）・2026-10時点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idx="15" sz="quarter"/>
          </p:nvPr>
        </p:nvSpPr>
        <p:spPr/>
        <p:txBody>
          <a:bodyPr/>
          <a:lstStyle/>
          <a:p>
            <a:r>
              <a:rPr>
                <a:latin typeface="游ゴシック Medium"/>
                <a:ea typeface="游ゴシック Medium"/>
                <a:cs typeface="游ゴシック Medium"/>
              </a:rPr>
              <a:t>Microsoft 365 Copilot との補完から、Claude Cowork と Claude Code の使い分けへ。競合ツールは参考として整理します。</a:t>
            </a:r>
          </a:p>
        </p:txBody>
      </p:sp>
      <p:sp>
        <p:nvSpPr>
          <p:cNvPr id="7" name="Text Placeholder 6"/>
          <p:cNvSpPr>
            <a:spLocks noGrp="1"/>
          </p:cNvSpPr>
          <p:nvPr>
            <p:ph type="body" idx="17" sz="quarter"/>
          </p:nvPr>
        </p:nvSpPr>
        <p:spPr/>
        <p:txBody>
          <a:bodyPr/>
          <a:lstStyle/>
          <a:p>
            <a:r>
              <a:rPr>
                <a:latin typeface="游ゴシック Medium"/>
                <a:ea typeface="游ゴシック Medium"/>
                <a:cs typeface="游ゴシック Medium"/>
              </a:rPr>
              <a:t>AIエージェントの地図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3" name="Title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>
                <a:latin typeface="游ゴシック Medium"/>
                <a:ea typeface="游ゴシック Medium"/>
                <a:cs typeface="游ゴシック Medium"/>
              </a:rPr>
              <a:t>Microsoft 365 Copilot と Claude Cowork の住み分け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13816" y="1024128"/>
            <a:ext cx="1056132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300" b="0">
                <a:solidFill>
                  <a:srgbClr val="6B7177"/>
                </a:solidFill>
                <a:latin typeface="游ゴシック Medium"/>
                <a:ea typeface="游ゴシック Medium"/>
                <a:cs typeface="游ゴシック Medium"/>
              </a:rPr>
              <a:t>似た作業はどちらもできます。差が出るのは、仕事の“難所”がどちらの強みに当たるかです。</a:t>
            </a:r>
          </a:p>
        </p:txBody>
      </p:sp>
      <p:graphicFrame>
        <p:nvGraphicFramePr>
          <p:cNvPr id="5" name="Table 4"/>
          <p:cNvGraphicFramePr>
            <a:graphicFrameLocks noGrp="1"/>
          </p:cNvGraphicFramePr>
          <p:nvPr/>
        </p:nvGraphicFramePr>
        <p:xfrm>
          <a:off x="813816" y="1481328"/>
          <a:ext cx="10561320" cy="2468880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1920240"/>
                <a:gridCol w="4526280"/>
                <a:gridCol w="4114800"/>
              </a:tblGrid>
              <a:tr h="493776">
                <a:tc>
                  <a:txBody>
                    <a:bodyPr wrap="square"/>
                    <a:lstStyle/>
                    <a:p>
                      <a:r>
                        <a:rPr sz="1200" b="1">
                          <a:solidFill>
                            <a:srgbClr val="FFFFFF"/>
                          </a:solidFill>
                          <a:latin typeface="游ゴシック Medium"/>
                          <a:ea typeface="游ゴシック Medium"/>
                          <a:cs typeface="游ゴシック Medium"/>
                        </a:rPr>
                        <a:t>観点</a:t>
                      </a:r>
                    </a:p>
                  </a:txBody>
                  <a:tcPr marL="91440" marR="91440" marT="45720" marB="45720" anchor="ctr">
                    <a:solidFill>
                      <a:srgbClr val="003D86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 b="1">
                          <a:solidFill>
                            <a:srgbClr val="FFFFFF"/>
                          </a:solidFill>
                          <a:latin typeface="游ゴシック Medium"/>
                          <a:ea typeface="游ゴシック Medium"/>
                          <a:cs typeface="游ゴシック Medium"/>
                        </a:rPr>
                        <a:t>Microsoft 365 Copilot（自社Cowork/Code含む）</a:t>
                      </a:r>
                    </a:p>
                  </a:txBody>
                  <a:tcPr marL="91440" marR="91440" marT="45720" marB="45720" anchor="ctr">
                    <a:solidFill>
                      <a:srgbClr val="003D86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 b="1">
                          <a:solidFill>
                            <a:srgbClr val="FFFFFF"/>
                          </a:solidFill>
                          <a:latin typeface="游ゴシック Medium"/>
                          <a:ea typeface="游ゴシック Medium"/>
                          <a:cs typeface="游ゴシック Medium"/>
                        </a:rPr>
                        <a:t>Claude Cowork</a:t>
                      </a:r>
                    </a:p>
                  </a:txBody>
                  <a:tcPr marL="91440" marR="91440" marT="45720" marB="45720" anchor="ctr">
                    <a:solidFill>
                      <a:srgbClr val="003D86"/>
                    </a:solidFill>
                  </a:tcPr>
                </a:tc>
              </a:tr>
              <a:tr h="493776">
                <a:tc>
                  <a:txBody>
                    <a:bodyPr wrap="square"/>
                    <a:lstStyle/>
                    <a:p>
                      <a:r>
                        <a:rPr sz="1150" b="1">
                          <a:solidFill>
                            <a:srgbClr val="262B30"/>
                          </a:solidFill>
                          <a:latin typeface="游ゴシック Medium"/>
                          <a:ea typeface="游ゴシック Medium"/>
                          <a:cs typeface="游ゴシック Medium"/>
                        </a:rPr>
                        <a:t>得意（強み）</a:t>
                      </a:r>
                    </a:p>
                  </a:txBody>
                  <a:tcPr marL="91440" marR="91440" marT="45720" marB="45720" anchor="ctr">
                    <a:solidFill>
                      <a:srgbClr val="EAF1F9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50" b="1">
                          <a:solidFill>
                            <a:srgbClr val="262B30"/>
                          </a:solidFill>
                          <a:latin typeface="游ゴシック Medium"/>
                          <a:ea typeface="游ゴシック Medium"/>
                          <a:cs typeface="游ゴシック Medium"/>
                        </a:rPr>
                        <a:t>自社データへの接続・統合</a:t>
                      </a:r>
                    </a:p>
                  </a:txBody>
                  <a:tcPr marL="91440" marR="91440" marT="45720" marB="45720" anchor="ctr">
                    <a:solidFill>
                      <a:srgbClr val="EAF1F9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50" b="1">
                          <a:solidFill>
                            <a:srgbClr val="262B30"/>
                          </a:solidFill>
                          <a:latin typeface="游ゴシック Medium"/>
                          <a:ea typeface="游ゴシック Medium"/>
                          <a:cs typeface="游ゴシック Medium"/>
                        </a:rPr>
                        <a:t>自律実行の深さと柔軟性</a:t>
                      </a:r>
                    </a:p>
                  </a:txBody>
                  <a:tcPr marL="91440" marR="91440" marT="45720" marB="45720" anchor="ctr">
                    <a:solidFill>
                      <a:srgbClr val="EAF1F9"/>
                    </a:solidFill>
                  </a:tcPr>
                </a:tc>
              </a:tr>
              <a:tr h="493776">
                <a:tc>
                  <a:txBody>
                    <a:bodyPr wrap="square"/>
                    <a:lstStyle/>
                    <a:p>
                      <a:r>
                        <a:rPr sz="1150" b="1">
                          <a:solidFill>
                            <a:srgbClr val="262B30"/>
                          </a:solidFill>
                          <a:latin typeface="游ゴシック Medium"/>
                          <a:ea typeface="游ゴシック Medium"/>
                          <a:cs typeface="游ゴシック Medium"/>
                        </a:rPr>
                        <a:t>どこから使う</a:t>
                      </a:r>
                    </a:p>
                  </a:txBody>
                  <a:tcPr marL="91440" marR="91440" marT="45720" marB="45720" anchor="ctr">
                    <a:solidFill>
                      <a:srgbClr val="F2F5F8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50" b="0">
                          <a:solidFill>
                            <a:srgbClr val="262B30"/>
                          </a:solidFill>
                          <a:latin typeface="游ゴシック Medium"/>
                          <a:ea typeface="游ゴシック Medium"/>
                          <a:cs typeface="游ゴシック Medium"/>
                        </a:rPr>
                        <a:t>Teams・Outlook・Word など使い慣れた製品の中から呼び出す</a:t>
                      </a:r>
                    </a:p>
                  </a:txBody>
                  <a:tcPr marL="91440" marR="91440" marT="45720" marB="4572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50" b="0">
                          <a:solidFill>
                            <a:srgbClr val="262B30"/>
                          </a:solidFill>
                          <a:latin typeface="游ゴシック Medium"/>
                          <a:ea typeface="游ゴシック Medium"/>
                          <a:cs typeface="游ゴシック Medium"/>
                        </a:rPr>
                        <a:t>専用アプリ（独立した作業環境）で使う</a:t>
                      </a:r>
                    </a:p>
                  </a:txBody>
                  <a:tcPr marL="91440" marR="91440" marT="45720" marB="45720" anchor="ctr">
                    <a:solidFill>
                      <a:srgbClr val="FFFFFF"/>
                    </a:solidFill>
                  </a:tcPr>
                </a:tc>
              </a:tr>
              <a:tr h="493776">
                <a:tc>
                  <a:txBody>
                    <a:bodyPr wrap="square"/>
                    <a:lstStyle/>
                    <a:p>
                      <a:r>
                        <a:rPr sz="1150" b="1">
                          <a:solidFill>
                            <a:srgbClr val="262B30"/>
                          </a:solidFill>
                          <a:latin typeface="游ゴシック Medium"/>
                          <a:ea typeface="游ゴシック Medium"/>
                          <a:cs typeface="游ゴシック Medium"/>
                        </a:rPr>
                        <a:t>データへの接続</a:t>
                      </a:r>
                    </a:p>
                  </a:txBody>
                  <a:tcPr marL="91440" marR="91440" marT="45720" marB="45720" anchor="ctr">
                    <a:solidFill>
                      <a:srgbClr val="F2F5F8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50" b="0">
                          <a:solidFill>
                            <a:srgbClr val="262B30"/>
                          </a:solidFill>
                          <a:latin typeface="游ゴシック Medium"/>
                          <a:ea typeface="游ゴシック Medium"/>
                          <a:cs typeface="游ゴシック Medium"/>
                        </a:rPr>
                        <a:t>自社テナント(Graph / Work IQ)を自動参照</a:t>
                      </a:r>
                    </a:p>
                  </a:txBody>
                  <a:tcPr marL="91440" marR="91440" marT="45720" marB="4572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50" b="0">
                          <a:solidFill>
                            <a:srgbClr val="262B30"/>
                          </a:solidFill>
                          <a:latin typeface="游ゴシック Medium"/>
                          <a:ea typeface="游ゴシック Medium"/>
                          <a:cs typeface="游ゴシック Medium"/>
                        </a:rPr>
                        <a:t>渡したフォルダ＋Web＋外部ツール(MCP)</a:t>
                      </a:r>
                    </a:p>
                  </a:txBody>
                  <a:tcPr marL="91440" marR="91440" marT="45720" marB="45720" anchor="ctr">
                    <a:solidFill>
                      <a:srgbClr val="FFFFFF"/>
                    </a:solidFill>
                  </a:tcPr>
                </a:tc>
              </a:tr>
              <a:tr h="493776">
                <a:tc>
                  <a:txBody>
                    <a:bodyPr wrap="square"/>
                    <a:lstStyle/>
                    <a:p>
                      <a:r>
                        <a:rPr sz="1150" b="1">
                          <a:solidFill>
                            <a:srgbClr val="262B30"/>
                          </a:solidFill>
                          <a:latin typeface="游ゴシック Medium"/>
                          <a:ea typeface="游ゴシック Medium"/>
                          <a:cs typeface="游ゴシック Medium"/>
                        </a:rPr>
                        <a:t>向いている仕事</a:t>
                      </a:r>
                    </a:p>
                  </a:txBody>
                  <a:tcPr marL="91440" marR="91440" marT="45720" marB="45720" anchor="ctr">
                    <a:solidFill>
                      <a:srgbClr val="F2F5F8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50" b="0">
                          <a:solidFill>
                            <a:srgbClr val="262B30"/>
                          </a:solidFill>
                          <a:latin typeface="游ゴシック Medium"/>
                          <a:ea typeface="游ゴシック Medium"/>
                          <a:cs typeface="游ゴシック Medium"/>
                        </a:rPr>
                        <a:t>社内情報を使った要約・下書き・分析</a:t>
                      </a:r>
                    </a:p>
                  </a:txBody>
                  <a:tcPr marL="91440" marR="91440" marT="45720" marB="4572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50" b="0">
                          <a:solidFill>
                            <a:srgbClr val="262B30"/>
                          </a:solidFill>
                          <a:latin typeface="游ゴシック Medium"/>
                          <a:ea typeface="游ゴシック Medium"/>
                          <a:cs typeface="游ゴシック Medium"/>
                        </a:rPr>
                        <a:t>多段処理・データ加工・独自成果物づくり</a:t>
                      </a:r>
                    </a:p>
                  </a:txBody>
                  <a:tcPr marL="91440" marR="91440" marT="45720" marB="45720"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6" name="TextBox 5"/>
          <p:cNvSpPr txBox="1"/>
          <p:nvPr/>
        </p:nvSpPr>
        <p:spPr>
          <a:xfrm>
            <a:off x="813816" y="4114800"/>
            <a:ext cx="10561320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300" b="1">
                <a:solidFill>
                  <a:srgbClr val="003D86"/>
                </a:solidFill>
                <a:latin typeface="游ゴシック Medium"/>
                <a:ea typeface="游ゴシック Medium"/>
                <a:cs typeface="游ゴシック Medium"/>
              </a:rPr>
              <a:t>例：</a:t>
            </a:r>
            <a:r>
              <a:rPr sz="1300" b="0">
                <a:solidFill>
                  <a:srgbClr val="262B30"/>
                </a:solidFill>
                <a:latin typeface="游ゴシック Medium"/>
                <a:ea typeface="游ゴシック Medium"/>
                <a:cs typeface="游ゴシック Medium"/>
              </a:rPr>
              <a:t>「競合3社の決算を比べたい」→ 社内に資料があれば Copilot で要約。公開データやCSVから作るなら Cowork が取得・解析してダッシュボード化。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13816" y="5029200"/>
            <a:ext cx="10561320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200" b="1">
                <a:solidFill>
                  <a:srgbClr val="003D86"/>
                </a:solidFill>
                <a:latin typeface="游ゴシック Medium"/>
                <a:ea typeface="游ゴシック Medium"/>
                <a:cs typeface="游ゴシック Medium"/>
              </a:rPr>
              <a:t>注意：</a:t>
            </a:r>
            <a:r>
              <a:rPr sz="1200" b="0">
                <a:solidFill>
                  <a:srgbClr val="262B30"/>
                </a:solidFill>
                <a:latin typeface="游ゴシック Medium"/>
                <a:ea typeface="游ゴシック Medium"/>
                <a:cs typeface="游ゴシック Medium"/>
              </a:rPr>
              <a:t>統治は Copilot が M365準拠、Cowork は権限確認・フォルダ単位の制限。両者とも自律エージェント機能を持ち、「Cowork」は両社が使う名称です。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3" name="Title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>
                <a:latin typeface="游ゴシック Medium"/>
                <a:ea typeface="游ゴシック Medium"/>
                <a:cs typeface="游ゴシック Medium"/>
              </a:rPr>
              <a:t>Copilotを使っている人が Claude Cowork を足す理由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13816" y="1024128"/>
            <a:ext cx="1056132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300" b="0">
                <a:solidFill>
                  <a:srgbClr val="6B7177"/>
                </a:solidFill>
                <a:latin typeface="游ゴシック Medium"/>
                <a:ea typeface="游ゴシック Medium"/>
                <a:cs typeface="游ゴシック Medium"/>
              </a:rPr>
              <a:t>置き換えではなく役割分担です。CopilotだけではカバーしにくいデータやタスクをClaude Coworkが担います。</a:t>
            </a:r>
          </a:p>
        </p:txBody>
      </p:sp>
      <p:sp>
        <p:nvSpPr>
          <p:cNvPr id="5" name="Rectangle 4"/>
          <p:cNvSpPr/>
          <p:nvPr/>
        </p:nvSpPr>
        <p:spPr>
          <a:xfrm>
            <a:off x="813816" y="1636776"/>
            <a:ext cx="137160" cy="137160"/>
          </a:xfrm>
          <a:prstGeom prst="rect">
            <a:avLst/>
          </a:prstGeom>
          <a:solidFill>
            <a:srgbClr val="005CC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133856" y="1554480"/>
            <a:ext cx="1024128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600" b="1">
                <a:solidFill>
                  <a:srgbClr val="003D86"/>
                </a:solidFill>
                <a:latin typeface="游ゴシック Medium"/>
                <a:ea typeface="游ゴシック Medium"/>
                <a:cs typeface="游ゴシック Medium"/>
              </a:rPr>
              <a:t>社外・非Officeのデータも扱える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33856" y="1929384"/>
            <a:ext cx="10241280" cy="411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300" b="0">
                <a:solidFill>
                  <a:srgbClr val="262B30"/>
                </a:solidFill>
                <a:latin typeface="游ゴシック Medium"/>
                <a:ea typeface="游ゴシック Medium"/>
                <a:cs typeface="游ゴシック Medium"/>
              </a:rPr>
              <a:t>M365テナントの外にあるデータや形式（社外の公開データ・他システムのCSVなど）も直接処理できます。</a:t>
            </a:r>
          </a:p>
        </p:txBody>
      </p:sp>
      <p:sp>
        <p:nvSpPr>
          <p:cNvPr id="8" name="Rectangle 7"/>
          <p:cNvSpPr/>
          <p:nvPr/>
        </p:nvSpPr>
        <p:spPr>
          <a:xfrm>
            <a:off x="813816" y="2478024"/>
            <a:ext cx="137160" cy="137160"/>
          </a:xfrm>
          <a:prstGeom prst="rect">
            <a:avLst/>
          </a:prstGeom>
          <a:solidFill>
            <a:srgbClr val="005CC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133856" y="2395728"/>
            <a:ext cx="1024128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600" b="1">
                <a:solidFill>
                  <a:srgbClr val="003D86"/>
                </a:solidFill>
                <a:latin typeface="游ゴシック Medium"/>
                <a:ea typeface="游ゴシック Medium"/>
                <a:cs typeface="游ゴシック Medium"/>
              </a:rPr>
              <a:t>成果物の自由度が高い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133856" y="2770632"/>
            <a:ext cx="10241280" cy="411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300" b="0">
                <a:solidFill>
                  <a:srgbClr val="262B30"/>
                </a:solidFill>
                <a:latin typeface="游ゴシック Medium"/>
                <a:ea typeface="游ゴシック Medium"/>
                <a:cs typeface="游ゴシック Medium"/>
              </a:rPr>
              <a:t>Office文書に限らず、独自のツールやHTMLダッシュボードなどを生成できます。</a:t>
            </a:r>
          </a:p>
        </p:txBody>
      </p:sp>
      <p:sp>
        <p:nvSpPr>
          <p:cNvPr id="11" name="Rectangle 10"/>
          <p:cNvSpPr/>
          <p:nvPr/>
        </p:nvSpPr>
        <p:spPr>
          <a:xfrm>
            <a:off x="813816" y="3319272"/>
            <a:ext cx="137160" cy="137160"/>
          </a:xfrm>
          <a:prstGeom prst="rect">
            <a:avLst/>
          </a:prstGeom>
          <a:solidFill>
            <a:srgbClr val="005CC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133856" y="3236976"/>
            <a:ext cx="1024128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600" b="1">
                <a:solidFill>
                  <a:srgbClr val="003D86"/>
                </a:solidFill>
                <a:latin typeface="游ゴシック Medium"/>
                <a:ea typeface="游ゴシック Medium"/>
                <a:cs typeface="游ゴシック Medium"/>
              </a:rPr>
              <a:t>タスクを丸ごと自律実行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133856" y="3611879"/>
            <a:ext cx="10241280" cy="411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300" b="0">
                <a:solidFill>
                  <a:srgbClr val="262B30"/>
                </a:solidFill>
                <a:latin typeface="游ゴシック Medium"/>
                <a:ea typeface="游ゴシック Medium"/>
                <a:cs typeface="游ゴシック Medium"/>
              </a:rPr>
              <a:t>複数ステップを計画して実行し、外部ツール(MCP)やコード実行まで任せられます。</a:t>
            </a:r>
          </a:p>
        </p:txBody>
      </p:sp>
      <p:sp>
        <p:nvSpPr>
          <p:cNvPr id="14" name="Rectangle 13"/>
          <p:cNvSpPr/>
          <p:nvPr/>
        </p:nvSpPr>
        <p:spPr>
          <a:xfrm>
            <a:off x="813816" y="4160520"/>
            <a:ext cx="137160" cy="137160"/>
          </a:xfrm>
          <a:prstGeom prst="rect">
            <a:avLst/>
          </a:prstGeom>
          <a:solidFill>
            <a:srgbClr val="005CC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1133856" y="4078224"/>
            <a:ext cx="1024128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600" b="1">
                <a:solidFill>
                  <a:srgbClr val="003D86"/>
                </a:solidFill>
                <a:latin typeface="游ゴシック Medium"/>
                <a:ea typeface="游ゴシック Medium"/>
                <a:cs typeface="游ゴシック Medium"/>
              </a:rPr>
              <a:t>範囲を絞って導入できる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133856" y="4453128"/>
            <a:ext cx="10241280" cy="411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300" b="0">
                <a:solidFill>
                  <a:srgbClr val="262B30"/>
                </a:solidFill>
                <a:latin typeface="游ゴシック Medium"/>
                <a:ea typeface="游ゴシック Medium"/>
                <a:cs typeface="游ゴシック Medium"/>
              </a:rPr>
              <a:t>フォルダ制限や権限確認で、使える範囲を限定して導入できます（Bedrock等のクラウドにも対応）。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13816" y="5120640"/>
            <a:ext cx="10561320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400" b="1">
                <a:solidFill>
                  <a:srgbClr val="003D86"/>
                </a:solidFill>
                <a:latin typeface="游ゴシック Medium"/>
                <a:ea typeface="游ゴシック Medium"/>
                <a:cs typeface="游ゴシック Medium"/>
              </a:rPr>
              <a:t>ポイント：</a:t>
            </a:r>
            <a:r>
              <a:rPr sz="1400" b="0">
                <a:solidFill>
                  <a:srgbClr val="262B30"/>
                </a:solidFill>
                <a:latin typeface="游ゴシック Medium"/>
                <a:ea typeface="游ゴシック Medium"/>
                <a:cs typeface="游ゴシック Medium"/>
              </a:rPr>
              <a:t>CopilotはOfficeの中と自社データに強く、Coworkはその範囲外のデータやタスクを担当します（補完の関係）。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3" name="Title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>
                <a:latin typeface="游ゴシック Medium"/>
                <a:ea typeface="游ゴシック Medium"/>
                <a:cs typeface="游ゴシック Medium"/>
              </a:rPr>
              <a:t>Claude Cowork と Claude Code の使い分け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13816" y="1024128"/>
            <a:ext cx="1056132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300" b="0">
                <a:solidFill>
                  <a:srgbClr val="6B7177"/>
                </a:solidFill>
                <a:latin typeface="游ゴシック Medium"/>
                <a:ea typeface="游ゴシック Medium"/>
                <a:cs typeface="游ゴシック Medium"/>
              </a:rPr>
              <a:t>できること自体は同じClaudeでほぼ共通（MCP・コード実行・デスクトップアプリもどちらにもあります）。違いは“何に向くか・誰向けか”です。</a:t>
            </a:r>
          </a:p>
        </p:txBody>
      </p:sp>
      <p:sp>
        <p:nvSpPr>
          <p:cNvPr id="5" name="Rectangle 4"/>
          <p:cNvSpPr/>
          <p:nvPr/>
        </p:nvSpPr>
        <p:spPr>
          <a:xfrm>
            <a:off x="813816" y="1783080"/>
            <a:ext cx="5193792" cy="2743200"/>
          </a:xfrm>
          <a:prstGeom prst="rect">
            <a:avLst/>
          </a:prstGeom>
          <a:solidFill>
            <a:srgbClr val="FFFFFF"/>
          </a:solidFill>
          <a:ln w="12700">
            <a:solidFill>
              <a:srgbClr val="D9DEE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088136" y="2011680"/>
            <a:ext cx="4645152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900" b="1">
                <a:solidFill>
                  <a:srgbClr val="005CCA"/>
                </a:solidFill>
                <a:latin typeface="游ゴシック Medium"/>
                <a:ea typeface="游ゴシック Medium"/>
                <a:cs typeface="游ゴシック Medium"/>
              </a:rPr>
              <a:t>Claude Cowork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88136" y="2441448"/>
            <a:ext cx="4645152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200" b="1">
                <a:solidFill>
                  <a:srgbClr val="262B30"/>
                </a:solidFill>
                <a:latin typeface="游ゴシック Medium"/>
                <a:ea typeface="游ゴシック Medium"/>
                <a:cs typeface="游ゴシック Medium"/>
              </a:rPr>
              <a:t>一般業務むけ（コード不要）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88136" y="2862072"/>
            <a:ext cx="4645152" cy="1554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800"/>
              </a:spcAft>
            </a:pPr>
            <a:r>
              <a:rPr sz="1200" b="1">
                <a:solidFill>
                  <a:srgbClr val="005CCA"/>
                </a:solidFill>
                <a:latin typeface="游ゴシック Medium"/>
                <a:ea typeface="游ゴシック Medium"/>
                <a:cs typeface="游ゴシック Medium"/>
              </a:rPr>
              <a:t>•  </a:t>
            </a:r>
            <a:r>
              <a:rPr sz="1200" b="0">
                <a:solidFill>
                  <a:srgbClr val="262B30"/>
                </a:solidFill>
                <a:latin typeface="游ゴシック Medium"/>
                <a:ea typeface="游ゴシック Medium"/>
                <a:cs typeface="游ゴシック Medium"/>
              </a:rPr>
              <a:t>業務ユーザー（非エンジニア）向け</a:t>
            </a:r>
          </a:p>
          <a:p>
            <a:pPr algn="l">
              <a:spcBef>
                <a:spcPts val="0"/>
              </a:spcBef>
              <a:spcAft>
                <a:spcPts val="800"/>
              </a:spcAft>
            </a:pPr>
            <a:r>
              <a:rPr sz="1200" b="1">
                <a:solidFill>
                  <a:srgbClr val="005CCA"/>
                </a:solidFill>
                <a:latin typeface="游ゴシック Medium"/>
                <a:ea typeface="游ゴシック Medium"/>
                <a:cs typeface="游ゴシック Medium"/>
              </a:rPr>
              <a:t>•  </a:t>
            </a:r>
            <a:r>
              <a:rPr sz="1200" b="0">
                <a:solidFill>
                  <a:srgbClr val="262B30"/>
                </a:solidFill>
                <a:latin typeface="游ゴシック Medium"/>
                <a:ea typeface="游ゴシック Medium"/>
                <a:cs typeface="游ゴシック Medium"/>
              </a:rPr>
              <a:t>文書・スライド・表づくり、調査・データ整理に</a:t>
            </a:r>
          </a:p>
          <a:p>
            <a:pPr algn="l">
              <a:spcBef>
                <a:spcPts val="0"/>
              </a:spcBef>
              <a:spcAft>
                <a:spcPts val="800"/>
              </a:spcAft>
            </a:pPr>
            <a:r>
              <a:rPr sz="1200" b="1">
                <a:solidFill>
                  <a:srgbClr val="005CCA"/>
                </a:solidFill>
                <a:latin typeface="游ゴシック Medium"/>
                <a:ea typeface="游ゴシック Medium"/>
                <a:cs typeface="游ゴシック Medium"/>
              </a:rPr>
              <a:t>•  </a:t>
            </a:r>
            <a:r>
              <a:rPr sz="1200" b="0">
                <a:solidFill>
                  <a:srgbClr val="262B30"/>
                </a:solidFill>
                <a:latin typeface="游ゴシック Medium"/>
                <a:ea typeface="游ゴシック Medium"/>
                <a:cs typeface="游ゴシック Medium"/>
              </a:rPr>
              <a:t>デスクトップアプリ/Webで対話しながら使う</a:t>
            </a:r>
          </a:p>
          <a:p>
            <a:pPr algn="l">
              <a:spcBef>
                <a:spcPts val="0"/>
              </a:spcBef>
              <a:spcAft>
                <a:spcPts val="800"/>
              </a:spcAft>
            </a:pPr>
            <a:r>
              <a:rPr sz="1200" b="1">
                <a:solidFill>
                  <a:srgbClr val="005CCA"/>
                </a:solidFill>
                <a:latin typeface="游ゴシック Medium"/>
                <a:ea typeface="游ゴシック Medium"/>
                <a:cs typeface="游ゴシック Medium"/>
              </a:rPr>
              <a:t>•  </a:t>
            </a:r>
            <a:r>
              <a:rPr sz="1200" b="0">
                <a:solidFill>
                  <a:srgbClr val="262B30"/>
                </a:solidFill>
                <a:latin typeface="游ゴシック Medium"/>
                <a:ea typeface="游ゴシック Medium"/>
                <a:cs typeface="游ゴシック Medium"/>
              </a:rPr>
              <a:t>コードやコマンドを書かなくてよい</a:t>
            </a:r>
          </a:p>
        </p:txBody>
      </p:sp>
      <p:sp>
        <p:nvSpPr>
          <p:cNvPr id="9" name="Rectangle 8"/>
          <p:cNvSpPr/>
          <p:nvPr/>
        </p:nvSpPr>
        <p:spPr>
          <a:xfrm>
            <a:off x="6181344" y="1783080"/>
            <a:ext cx="5193792" cy="2743200"/>
          </a:xfrm>
          <a:prstGeom prst="rect">
            <a:avLst/>
          </a:prstGeom>
          <a:solidFill>
            <a:srgbClr val="FFFFFF"/>
          </a:solidFill>
          <a:ln w="12700">
            <a:solidFill>
              <a:srgbClr val="D9DEE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455664" y="2011680"/>
            <a:ext cx="4645152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900" b="1">
                <a:solidFill>
                  <a:srgbClr val="005CCA"/>
                </a:solidFill>
                <a:latin typeface="游ゴシック Medium"/>
                <a:ea typeface="游ゴシック Medium"/>
                <a:cs typeface="游ゴシック Medium"/>
              </a:rPr>
              <a:t>Claude Code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455664" y="2441448"/>
            <a:ext cx="4645152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200" b="1">
                <a:solidFill>
                  <a:srgbClr val="262B30"/>
                </a:solidFill>
                <a:latin typeface="游ゴシック Medium"/>
                <a:ea typeface="游ゴシック Medium"/>
                <a:cs typeface="游ゴシック Medium"/>
              </a:rPr>
              <a:t>ソフトウェア開発むけ（エンジニア）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455664" y="2862072"/>
            <a:ext cx="4645152" cy="1554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800"/>
              </a:spcAft>
            </a:pPr>
            <a:r>
              <a:rPr sz="1200" b="1">
                <a:solidFill>
                  <a:srgbClr val="005CCA"/>
                </a:solidFill>
                <a:latin typeface="游ゴシック Medium"/>
                <a:ea typeface="游ゴシック Medium"/>
                <a:cs typeface="游ゴシック Medium"/>
              </a:rPr>
              <a:t>•  </a:t>
            </a:r>
            <a:r>
              <a:rPr sz="1200" b="0">
                <a:solidFill>
                  <a:srgbClr val="262B30"/>
                </a:solidFill>
                <a:latin typeface="游ゴシック Medium"/>
                <a:ea typeface="游ゴシック Medium"/>
                <a:cs typeface="游ゴシック Medium"/>
              </a:rPr>
              <a:t>エンジニア・開発者向け</a:t>
            </a:r>
          </a:p>
          <a:p>
            <a:pPr algn="l">
              <a:spcBef>
                <a:spcPts val="0"/>
              </a:spcBef>
              <a:spcAft>
                <a:spcPts val="800"/>
              </a:spcAft>
            </a:pPr>
            <a:r>
              <a:rPr sz="1200" b="1">
                <a:solidFill>
                  <a:srgbClr val="005CCA"/>
                </a:solidFill>
                <a:latin typeface="游ゴシック Medium"/>
                <a:ea typeface="游ゴシック Medium"/>
                <a:cs typeface="游ゴシック Medium"/>
              </a:rPr>
              <a:t>•  </a:t>
            </a:r>
            <a:r>
              <a:rPr sz="1200" b="0">
                <a:solidFill>
                  <a:srgbClr val="262B30"/>
                </a:solidFill>
                <a:latin typeface="游ゴシック Medium"/>
                <a:ea typeface="游ゴシック Medium"/>
                <a:cs typeface="游ゴシック Medium"/>
              </a:rPr>
              <a:t>コードを書く・動かす・テストして自分で直す</a:t>
            </a:r>
          </a:p>
          <a:p>
            <a:pPr algn="l">
              <a:spcBef>
                <a:spcPts val="0"/>
              </a:spcBef>
              <a:spcAft>
                <a:spcPts val="800"/>
              </a:spcAft>
            </a:pPr>
            <a:r>
              <a:rPr sz="1200" b="1">
                <a:solidFill>
                  <a:srgbClr val="005CCA"/>
                </a:solidFill>
                <a:latin typeface="游ゴシック Medium"/>
                <a:ea typeface="游ゴシック Medium"/>
                <a:cs typeface="游ゴシック Medium"/>
              </a:rPr>
              <a:t>•  </a:t>
            </a:r>
            <a:r>
              <a:rPr sz="1200" b="0">
                <a:solidFill>
                  <a:srgbClr val="262B30"/>
                </a:solidFill>
                <a:latin typeface="游ゴシック Medium"/>
                <a:ea typeface="游ゴシック Medium"/>
                <a:cs typeface="游ゴシック Medium"/>
              </a:rPr>
              <a:t>実際のプロジェクトの中で作業（git・ビルド・CI）</a:t>
            </a:r>
          </a:p>
          <a:p>
            <a:pPr algn="l">
              <a:spcBef>
                <a:spcPts val="0"/>
              </a:spcBef>
              <a:spcAft>
                <a:spcPts val="800"/>
              </a:spcAft>
            </a:pPr>
            <a:r>
              <a:rPr sz="1200" b="1">
                <a:solidFill>
                  <a:srgbClr val="005CCA"/>
                </a:solidFill>
                <a:latin typeface="游ゴシック Medium"/>
                <a:ea typeface="游ゴシック Medium"/>
                <a:cs typeface="游ゴシック Medium"/>
              </a:rPr>
              <a:t>•  </a:t>
            </a:r>
            <a:r>
              <a:rPr sz="1200" b="0">
                <a:solidFill>
                  <a:srgbClr val="262B30"/>
                </a:solidFill>
                <a:latin typeface="游ゴシック Medium"/>
                <a:ea typeface="游ゴシック Medium"/>
                <a:cs typeface="游ゴシック Medium"/>
              </a:rPr>
              <a:t>ターミナル(CLI)やIDEからも使える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13816" y="4709160"/>
            <a:ext cx="10561320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500"/>
              </a:spcAft>
            </a:pPr>
            <a:r>
              <a:rPr sz="1400" b="1">
                <a:solidFill>
                  <a:srgbClr val="003D86"/>
                </a:solidFill>
                <a:latin typeface="游ゴシック Medium"/>
                <a:ea typeface="游ゴシック Medium"/>
                <a:cs typeface="游ゴシック Medium"/>
              </a:rPr>
              <a:t>使い分け：</a:t>
            </a:r>
          </a:p>
          <a:p>
            <a:pPr algn="l">
              <a:spcBef>
                <a:spcPts val="0"/>
              </a:spcBef>
              <a:spcAft>
                <a:spcPts val="500"/>
              </a:spcAft>
            </a:pPr>
            <a:r>
              <a:rPr sz="1300" b="0">
                <a:solidFill>
                  <a:srgbClr val="262B30"/>
                </a:solidFill>
                <a:latin typeface="游ゴシック Medium"/>
                <a:ea typeface="游ゴシック Medium"/>
                <a:cs typeface="游ゴシック Medium"/>
              </a:rPr>
              <a:t>・コーディングは不要で、日常業務のタスク（調査・資料・データ整理）を任せたいとき → Claude Cowork</a:t>
            </a:r>
          </a:p>
          <a:p>
            <a:pPr algn="l">
              <a:spcBef>
                <a:spcPts val="0"/>
              </a:spcBef>
              <a:spcAft>
                <a:spcPts val="500"/>
              </a:spcAft>
            </a:pPr>
            <a:r>
              <a:rPr sz="1300" b="0">
                <a:solidFill>
                  <a:srgbClr val="262B30"/>
                </a:solidFill>
                <a:latin typeface="游ゴシック Medium"/>
                <a:ea typeface="游ゴシック Medium"/>
                <a:cs typeface="游ゴシック Medium"/>
              </a:rPr>
              <a:t>・コードやCLIで作り込み・自動化・リポジトリ操作をしたいとき → Claude Code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3" name="Title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>
                <a:latin typeface="游ゴシック Medium"/>
                <a:ea typeface="游ゴシック Medium"/>
                <a:cs typeface="游ゴシック Medium"/>
              </a:rPr>
              <a:t>【参考】Claude Code と同じ土俵の競合ツール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13816" y="1024128"/>
            <a:ext cx="1056132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300" b="0">
                <a:solidFill>
                  <a:srgbClr val="6B7177"/>
                </a:solidFill>
                <a:latin typeface="游ゴシック Medium"/>
                <a:ea typeface="游ゴシック Medium"/>
                <a:cs typeface="游ゴシック Medium"/>
              </a:rPr>
              <a:t>Claude Code と同じ土俵のツール。ターミナル(CLI)からコードやファイルを自律操作して開発を進めます。</a:t>
            </a:r>
          </a:p>
        </p:txBody>
      </p:sp>
      <p:sp>
        <p:nvSpPr>
          <p:cNvPr id="5" name="Rectangle 4"/>
          <p:cNvSpPr/>
          <p:nvPr/>
        </p:nvSpPr>
        <p:spPr>
          <a:xfrm>
            <a:off x="813816" y="1600200"/>
            <a:ext cx="3346704" cy="2834640"/>
          </a:xfrm>
          <a:prstGeom prst="rect">
            <a:avLst/>
          </a:prstGeom>
          <a:solidFill>
            <a:srgbClr val="FFFFFF"/>
          </a:solidFill>
          <a:ln w="12700">
            <a:solidFill>
              <a:srgbClr val="D9DEE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069848" y="1819656"/>
            <a:ext cx="2834640" cy="411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700" b="1">
                <a:solidFill>
                  <a:srgbClr val="005CCA"/>
                </a:solidFill>
                <a:latin typeface="游ゴシック Medium"/>
                <a:ea typeface="游ゴシック Medium"/>
                <a:cs typeface="游ゴシック Medium"/>
              </a:rPr>
              <a:t>Claude Code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69848" y="2203704"/>
            <a:ext cx="28346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100" b="0">
                <a:solidFill>
                  <a:srgbClr val="6B7177"/>
                </a:solidFill>
                <a:latin typeface="游ゴシック Medium"/>
                <a:ea typeface="游ゴシック Medium"/>
                <a:cs typeface="游ゴシック Medium"/>
              </a:rPr>
              <a:t>Anthropic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69848" y="2587752"/>
            <a:ext cx="2834640" cy="17373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800"/>
              </a:spcAft>
            </a:pPr>
            <a:r>
              <a:rPr sz="1100" b="1">
                <a:solidFill>
                  <a:srgbClr val="262B30"/>
                </a:solidFill>
                <a:latin typeface="游ゴシック Medium"/>
                <a:ea typeface="游ゴシック Medium"/>
                <a:cs typeface="游ゴシック Medium"/>
              </a:rPr>
              <a:t>形態：</a:t>
            </a:r>
            <a:r>
              <a:rPr sz="1100" b="0">
                <a:solidFill>
                  <a:srgbClr val="262B30"/>
                </a:solidFill>
                <a:latin typeface="游ゴシック Medium"/>
                <a:ea typeface="游ゴシック Medium"/>
                <a:cs typeface="游ゴシック Medium"/>
              </a:rPr>
              <a:t>CLI＋デスクトップの自律型</a:t>
            </a:r>
          </a:p>
          <a:p>
            <a:pPr algn="l">
              <a:spcBef>
                <a:spcPts val="0"/>
              </a:spcBef>
              <a:spcAft>
                <a:spcPts val="800"/>
              </a:spcAft>
            </a:pPr>
            <a:r>
              <a:rPr sz="1100" b="1">
                <a:solidFill>
                  <a:srgbClr val="262B30"/>
                </a:solidFill>
                <a:latin typeface="游ゴシック Medium"/>
                <a:ea typeface="游ゴシック Medium"/>
                <a:cs typeface="游ゴシック Medium"/>
              </a:rPr>
              <a:t>モデル：</a:t>
            </a:r>
            <a:r>
              <a:rPr sz="1100" b="0">
                <a:solidFill>
                  <a:srgbClr val="262B30"/>
                </a:solidFill>
                <a:latin typeface="游ゴシック Medium"/>
                <a:ea typeface="游ゴシック Medium"/>
                <a:cs typeface="游ゴシック Medium"/>
              </a:rPr>
              <a:t>Claude</a:t>
            </a:r>
          </a:p>
          <a:p>
            <a:pPr algn="l">
              <a:spcBef>
                <a:spcPts val="0"/>
              </a:spcBef>
              <a:spcAft>
                <a:spcPts val="800"/>
              </a:spcAft>
            </a:pPr>
            <a:r>
              <a:rPr sz="1100" b="1">
                <a:solidFill>
                  <a:srgbClr val="262B30"/>
                </a:solidFill>
                <a:latin typeface="游ゴシック Medium"/>
                <a:ea typeface="游ゴシック Medium"/>
                <a:cs typeface="游ゴシック Medium"/>
              </a:rPr>
              <a:t>特徴：</a:t>
            </a:r>
            <a:r>
              <a:rPr sz="1100" b="0">
                <a:solidFill>
                  <a:srgbClr val="262B30"/>
                </a:solidFill>
                <a:latin typeface="游ゴシック Medium"/>
                <a:ea typeface="游ゴシック Medium"/>
                <a:cs typeface="游ゴシック Medium"/>
              </a:rPr>
              <a:t>スキルやMCPで拡張できる</a:t>
            </a:r>
          </a:p>
        </p:txBody>
      </p:sp>
      <p:sp>
        <p:nvSpPr>
          <p:cNvPr id="9" name="Rectangle 8"/>
          <p:cNvSpPr/>
          <p:nvPr/>
        </p:nvSpPr>
        <p:spPr>
          <a:xfrm>
            <a:off x="4421124" y="1600200"/>
            <a:ext cx="3346704" cy="2834640"/>
          </a:xfrm>
          <a:prstGeom prst="rect">
            <a:avLst/>
          </a:prstGeom>
          <a:solidFill>
            <a:srgbClr val="FFFFFF"/>
          </a:solidFill>
          <a:ln w="12700">
            <a:solidFill>
              <a:srgbClr val="D9DEE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4677156" y="1819656"/>
            <a:ext cx="2834640" cy="411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700" b="1">
                <a:solidFill>
                  <a:srgbClr val="005CCA"/>
                </a:solidFill>
                <a:latin typeface="游ゴシック Medium"/>
                <a:ea typeface="游ゴシック Medium"/>
                <a:cs typeface="游ゴシック Medium"/>
              </a:rPr>
              <a:t>OpenAI Codex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677156" y="2203704"/>
            <a:ext cx="28346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100" b="0">
                <a:solidFill>
                  <a:srgbClr val="6B7177"/>
                </a:solidFill>
                <a:latin typeface="游ゴシック Medium"/>
                <a:ea typeface="游ゴシック Medium"/>
                <a:cs typeface="游ゴシック Medium"/>
              </a:rPr>
              <a:t>OpenAI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677156" y="2587752"/>
            <a:ext cx="2834640" cy="17373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800"/>
              </a:spcAft>
            </a:pPr>
            <a:r>
              <a:rPr sz="1100" b="1">
                <a:solidFill>
                  <a:srgbClr val="262B30"/>
                </a:solidFill>
                <a:latin typeface="游ゴシック Medium"/>
                <a:ea typeface="游ゴシック Medium"/>
                <a:cs typeface="游ゴシック Medium"/>
              </a:rPr>
              <a:t>形態：</a:t>
            </a:r>
            <a:r>
              <a:rPr sz="1100" b="0">
                <a:solidFill>
                  <a:srgbClr val="262B30"/>
                </a:solidFill>
                <a:latin typeface="游ゴシック Medium"/>
                <a:ea typeface="游ゴシック Medium"/>
                <a:cs typeface="游ゴシック Medium"/>
              </a:rPr>
              <a:t>CLI(OSS)＋クラウド＋IDE拡張</a:t>
            </a:r>
          </a:p>
          <a:p>
            <a:pPr algn="l">
              <a:spcBef>
                <a:spcPts val="0"/>
              </a:spcBef>
              <a:spcAft>
                <a:spcPts val="800"/>
              </a:spcAft>
            </a:pPr>
            <a:r>
              <a:rPr sz="1100" b="1">
                <a:solidFill>
                  <a:srgbClr val="262B30"/>
                </a:solidFill>
                <a:latin typeface="游ゴシック Medium"/>
                <a:ea typeface="游ゴシック Medium"/>
                <a:cs typeface="游ゴシック Medium"/>
              </a:rPr>
              <a:t>モデル：</a:t>
            </a:r>
            <a:r>
              <a:rPr sz="1100" b="0">
                <a:solidFill>
                  <a:srgbClr val="262B30"/>
                </a:solidFill>
                <a:latin typeface="游ゴシック Medium"/>
                <a:ea typeface="游ゴシック Medium"/>
                <a:cs typeface="游ゴシック Medium"/>
              </a:rPr>
              <a:t>GPT-5-codex 系</a:t>
            </a:r>
          </a:p>
          <a:p>
            <a:pPr algn="l">
              <a:spcBef>
                <a:spcPts val="0"/>
              </a:spcBef>
              <a:spcAft>
                <a:spcPts val="800"/>
              </a:spcAft>
            </a:pPr>
            <a:r>
              <a:rPr sz="1100" b="1">
                <a:solidFill>
                  <a:srgbClr val="262B30"/>
                </a:solidFill>
                <a:latin typeface="游ゴシック Medium"/>
                <a:ea typeface="游ゴシック Medium"/>
                <a:cs typeface="游ゴシック Medium"/>
              </a:rPr>
              <a:t>特徴：</a:t>
            </a:r>
            <a:r>
              <a:rPr sz="1100" b="0">
                <a:solidFill>
                  <a:srgbClr val="262B30"/>
                </a:solidFill>
                <a:latin typeface="游ゴシック Medium"/>
                <a:ea typeface="游ゴシック Medium"/>
                <a:cs typeface="游ゴシック Medium"/>
              </a:rPr>
              <a:t>ローカルとクラウドを行き来</a:t>
            </a:r>
          </a:p>
        </p:txBody>
      </p:sp>
      <p:sp>
        <p:nvSpPr>
          <p:cNvPr id="13" name="Rectangle 12"/>
          <p:cNvSpPr/>
          <p:nvPr/>
        </p:nvSpPr>
        <p:spPr>
          <a:xfrm>
            <a:off x="8028432" y="1600200"/>
            <a:ext cx="3346704" cy="2834640"/>
          </a:xfrm>
          <a:prstGeom prst="rect">
            <a:avLst/>
          </a:prstGeom>
          <a:solidFill>
            <a:srgbClr val="FFFFFF"/>
          </a:solidFill>
          <a:ln w="12700">
            <a:solidFill>
              <a:srgbClr val="D9DEE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8284464" y="1819656"/>
            <a:ext cx="2834640" cy="411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700" b="1">
                <a:solidFill>
                  <a:srgbClr val="005CCA"/>
                </a:solidFill>
                <a:latin typeface="游ゴシック Medium"/>
                <a:ea typeface="游ゴシック Medium"/>
                <a:cs typeface="游ゴシック Medium"/>
              </a:rPr>
              <a:t>Gemini CLI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284464" y="2203704"/>
            <a:ext cx="28346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100" b="0">
                <a:solidFill>
                  <a:srgbClr val="6B7177"/>
                </a:solidFill>
                <a:latin typeface="游ゴシック Medium"/>
                <a:ea typeface="游ゴシック Medium"/>
                <a:cs typeface="游ゴシック Medium"/>
              </a:rPr>
              <a:t>Google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284464" y="2587752"/>
            <a:ext cx="2834640" cy="17373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800"/>
              </a:spcAft>
            </a:pPr>
            <a:r>
              <a:rPr sz="1100" b="1">
                <a:solidFill>
                  <a:srgbClr val="262B30"/>
                </a:solidFill>
                <a:latin typeface="游ゴシック Medium"/>
                <a:ea typeface="游ゴシック Medium"/>
                <a:cs typeface="游ゴシック Medium"/>
              </a:rPr>
              <a:t>形態：</a:t>
            </a:r>
            <a:r>
              <a:rPr sz="1100" b="0">
                <a:solidFill>
                  <a:srgbClr val="262B30"/>
                </a:solidFill>
                <a:latin typeface="游ゴシック Medium"/>
                <a:ea typeface="游ゴシック Medium"/>
                <a:cs typeface="游ゴシック Medium"/>
              </a:rPr>
              <a:t>OSSのターミナル型エージェント</a:t>
            </a:r>
          </a:p>
          <a:p>
            <a:pPr algn="l">
              <a:spcBef>
                <a:spcPts val="0"/>
              </a:spcBef>
              <a:spcAft>
                <a:spcPts val="800"/>
              </a:spcAft>
            </a:pPr>
            <a:r>
              <a:rPr sz="1100" b="1">
                <a:solidFill>
                  <a:srgbClr val="262B30"/>
                </a:solidFill>
                <a:latin typeface="游ゴシック Medium"/>
                <a:ea typeface="游ゴシック Medium"/>
                <a:cs typeface="游ゴシック Medium"/>
              </a:rPr>
              <a:t>モデル：</a:t>
            </a:r>
            <a:r>
              <a:rPr sz="1100" b="0">
                <a:solidFill>
                  <a:srgbClr val="262B30"/>
                </a:solidFill>
                <a:latin typeface="游ゴシック Medium"/>
                <a:ea typeface="游ゴシック Medium"/>
                <a:cs typeface="游ゴシック Medium"/>
              </a:rPr>
              <a:t>Gemini</a:t>
            </a:r>
          </a:p>
          <a:p>
            <a:pPr algn="l">
              <a:spcBef>
                <a:spcPts val="0"/>
              </a:spcBef>
              <a:spcAft>
                <a:spcPts val="800"/>
              </a:spcAft>
            </a:pPr>
            <a:r>
              <a:rPr sz="1100" b="1">
                <a:solidFill>
                  <a:srgbClr val="262B30"/>
                </a:solidFill>
                <a:latin typeface="游ゴシック Medium"/>
                <a:ea typeface="游ゴシック Medium"/>
                <a:cs typeface="游ゴシック Medium"/>
              </a:rPr>
              <a:t>特徴：</a:t>
            </a:r>
            <a:r>
              <a:rPr sz="1100" b="0">
                <a:solidFill>
                  <a:srgbClr val="262B30"/>
                </a:solidFill>
                <a:latin typeface="游ゴシック Medium"/>
                <a:ea typeface="游ゴシック Medium"/>
                <a:cs typeface="游ゴシック Medium"/>
              </a:rPr>
              <a:t>後継のAntigravity CLIへ移行中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13816" y="4663440"/>
            <a:ext cx="10561320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400" b="1">
                <a:solidFill>
                  <a:srgbClr val="003D86"/>
                </a:solidFill>
                <a:latin typeface="游ゴシック Medium"/>
                <a:ea typeface="游ゴシック Medium"/>
                <a:cs typeface="游ゴシック Medium"/>
              </a:rPr>
              <a:t>選ぶ基準：</a:t>
            </a:r>
            <a:r>
              <a:rPr sz="1400" b="0">
                <a:solidFill>
                  <a:srgbClr val="262B30"/>
                </a:solidFill>
                <a:latin typeface="游ゴシック Medium"/>
                <a:ea typeface="游ゴシック Medium"/>
                <a:cs typeface="游ゴシック Medium"/>
              </a:rPr>
              <a:t>モデル品質・既存エコシステム・社内方針で決めます。用途が重なるため、基本はどれか1つを選びます。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3" name="Title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>
                <a:latin typeface="游ゴシック Medium"/>
                <a:ea typeface="游ゴシック Medium"/>
                <a:cs typeface="游ゴシック Medium"/>
              </a:rPr>
              <a:t>住み分けの一言</a:t>
            </a:r>
          </a:p>
        </p:txBody>
      </p:sp>
      <p:sp>
        <p:nvSpPr>
          <p:cNvPr id="4" name="Rectangle 3"/>
          <p:cNvSpPr/>
          <p:nvPr/>
        </p:nvSpPr>
        <p:spPr>
          <a:xfrm>
            <a:off x="813816" y="1572768"/>
            <a:ext cx="137160" cy="137160"/>
          </a:xfrm>
          <a:prstGeom prst="rect">
            <a:avLst/>
          </a:prstGeom>
          <a:solidFill>
            <a:srgbClr val="005CC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133856" y="1508760"/>
            <a:ext cx="1024128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300"/>
              </a:spcAft>
            </a:pPr>
            <a:r>
              <a:rPr sz="1600" b="1">
                <a:solidFill>
                  <a:srgbClr val="262B30"/>
                </a:solidFill>
                <a:latin typeface="游ゴシック Medium"/>
                <a:ea typeface="游ゴシック Medium"/>
                <a:cs typeface="游ゴシック Medium"/>
              </a:rPr>
              <a:t>既存のMicrosoft世界に根ざし、社内データを自動で活用したいとき</a:t>
            </a:r>
          </a:p>
          <a:p>
            <a:pPr algn="l">
              <a:spcBef>
                <a:spcPts val="0"/>
              </a:spcBef>
              <a:spcAft>
                <a:spcPts val="300"/>
              </a:spcAft>
            </a:pPr>
            <a:r>
              <a:rPr sz="1500" b="0">
                <a:solidFill>
                  <a:srgbClr val="005CCA"/>
                </a:solidFill>
                <a:latin typeface="游ゴシック Medium"/>
                <a:ea typeface="游ゴシック Medium"/>
                <a:cs typeface="游ゴシック Medium"/>
              </a:rPr>
              <a:t>→ Microsoft 365 Copilot</a:t>
            </a:r>
          </a:p>
        </p:txBody>
      </p:sp>
      <p:sp>
        <p:nvSpPr>
          <p:cNvPr id="6" name="Rectangle 5"/>
          <p:cNvSpPr/>
          <p:nvPr/>
        </p:nvSpPr>
        <p:spPr>
          <a:xfrm>
            <a:off x="813816" y="2578608"/>
            <a:ext cx="137160" cy="137160"/>
          </a:xfrm>
          <a:prstGeom prst="rect">
            <a:avLst/>
          </a:prstGeom>
          <a:solidFill>
            <a:srgbClr val="005CC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133856" y="2514600"/>
            <a:ext cx="1024128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300"/>
              </a:spcAft>
            </a:pPr>
            <a:r>
              <a:rPr sz="1600" b="1">
                <a:solidFill>
                  <a:srgbClr val="262B30"/>
                </a:solidFill>
                <a:latin typeface="游ゴシック Medium"/>
                <a:ea typeface="游ゴシック Medium"/>
                <a:cs typeface="游ゴシック Medium"/>
              </a:rPr>
              <a:t>特定のデータや外部ツールを、独立した環境で完結させたいとき</a:t>
            </a:r>
          </a:p>
          <a:p>
            <a:pPr algn="l">
              <a:spcBef>
                <a:spcPts val="0"/>
              </a:spcBef>
              <a:spcAft>
                <a:spcPts val="300"/>
              </a:spcAft>
            </a:pPr>
            <a:r>
              <a:rPr sz="1500" b="0">
                <a:solidFill>
                  <a:srgbClr val="005CCA"/>
                </a:solidFill>
                <a:latin typeface="游ゴシック Medium"/>
                <a:ea typeface="游ゴシック Medium"/>
                <a:cs typeface="游ゴシック Medium"/>
              </a:rPr>
              <a:t>→ Claude Cowork</a:t>
            </a:r>
          </a:p>
        </p:txBody>
      </p:sp>
      <p:sp>
        <p:nvSpPr>
          <p:cNvPr id="8" name="Rectangle 7"/>
          <p:cNvSpPr/>
          <p:nvPr/>
        </p:nvSpPr>
        <p:spPr>
          <a:xfrm>
            <a:off x="813816" y="3584448"/>
            <a:ext cx="137160" cy="137160"/>
          </a:xfrm>
          <a:prstGeom prst="rect">
            <a:avLst/>
          </a:prstGeom>
          <a:solidFill>
            <a:srgbClr val="005CC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133856" y="3520440"/>
            <a:ext cx="1024128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300"/>
              </a:spcAft>
            </a:pPr>
            <a:r>
              <a:rPr sz="1600" b="1">
                <a:solidFill>
                  <a:srgbClr val="262B30"/>
                </a:solidFill>
                <a:latin typeface="游ゴシック Medium"/>
                <a:ea typeface="游ゴシック Medium"/>
                <a:cs typeface="游ゴシック Medium"/>
              </a:rPr>
              <a:t>コードを書く・自動化するなど開発そのものを任せたいとき</a:t>
            </a:r>
          </a:p>
          <a:p>
            <a:pPr algn="l">
              <a:spcBef>
                <a:spcPts val="0"/>
              </a:spcBef>
              <a:spcAft>
                <a:spcPts val="300"/>
              </a:spcAft>
            </a:pPr>
            <a:r>
              <a:rPr sz="1500" b="0">
                <a:solidFill>
                  <a:srgbClr val="005CCA"/>
                </a:solidFill>
                <a:latin typeface="游ゴシック Medium"/>
                <a:ea typeface="游ゴシック Medium"/>
                <a:cs typeface="游ゴシック Medium"/>
              </a:rPr>
              <a:t>→ Claude Code / OpenAI Codex / Gemini CLI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13816" y="4846320"/>
            <a:ext cx="1056132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300" b="1">
                <a:solidFill>
                  <a:srgbClr val="003D86"/>
                </a:solidFill>
                <a:latin typeface="游ゴシック Medium"/>
                <a:ea typeface="游ゴシック Medium"/>
                <a:cs typeface="游ゴシック Medium"/>
              </a:rPr>
              <a:t>注意：</a:t>
            </a:r>
            <a:r>
              <a:rPr sz="1300" b="0">
                <a:solidFill>
                  <a:srgbClr val="262B30"/>
                </a:solidFill>
                <a:latin typeface="游ゴシック Medium"/>
                <a:ea typeface="游ゴシック Medium"/>
                <a:cs typeface="游ゴシック Medium"/>
              </a:rPr>
              <a:t>「Cowork」は両社が使う名称です。CopilotもClaudeを利用でき、モデルの違いより「どこに根ざすか」で選びます。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2025_White_ver.1">
  <a:themeElements>
    <a:clrScheme name="ユーザー定義 59">
      <a:dk1>
        <a:srgbClr val="003D86"/>
      </a:dk1>
      <a:lt1>
        <a:srgbClr val="FFFFFF"/>
      </a:lt1>
      <a:dk2>
        <a:srgbClr val="003D86"/>
      </a:dk2>
      <a:lt2>
        <a:srgbClr val="000000"/>
      </a:lt2>
      <a:accent1>
        <a:srgbClr val="005CCA"/>
      </a:accent1>
      <a:accent2>
        <a:srgbClr val="01B1C9"/>
      </a:accent2>
      <a:accent3>
        <a:srgbClr val="009244"/>
      </a:accent3>
      <a:accent4>
        <a:srgbClr val="FFFF00"/>
      </a:accent4>
      <a:accent5>
        <a:srgbClr val="E80000"/>
      </a:accent5>
      <a:accent6>
        <a:srgbClr val="000000"/>
      </a:accent6>
      <a:hlink>
        <a:srgbClr val="4C8DDA"/>
      </a:hlink>
      <a:folHlink>
        <a:srgbClr val="98BEE9"/>
      </a:folHlink>
    </a:clrScheme>
    <a:fontScheme name="ユーザー定義 1">
      <a:majorFont>
        <a:latin typeface="游ゴシック Medium"/>
        <a:ea typeface="游ゴシック Medium"/>
        <a:cs typeface=""/>
      </a:majorFont>
      <a:minorFont>
        <a:latin typeface="游ゴシック Medium"/>
        <a:ea typeface="游ゴシック Medium"/>
        <a:cs typeface="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spDef>
      <a:spPr>
        <a:solidFill>
          <a:schemeClr val="tx2"/>
        </a:solidFill>
        <a:ln>
          <a:noFill/>
        </a:ln>
      </a:spPr>
      <a:bodyPr rtlCol="0" anchor="ctr"/>
      <a:lstStyle>
        <a:defPPr algn="ctr">
          <a:defRPr kumimoji="1" dirty="0" smtClean="0"/>
        </a:defPPr>
      </a:lstStyle>
      <a:style>
        <a:lnRef idx="2">
          <a:schemeClr val="accent1">
            <a:shade val="15000"/>
          </a:schemeClr>
        </a:lnRef>
        <a:fillRef idx="1">
          <a:schemeClr val="accent1"/>
        </a:fillRef>
        <a:effectRef idx="0">
          <a:schemeClr val="accent1"/>
        </a:effectRef>
        <a:fontRef idx="minor">
          <a:schemeClr val="lt1"/>
        </a:fontRef>
      </a:style>
    </a:spDef>
    <a:lnDef>
      <a:spPr>
        <a:ln w="12700">
          <a:solidFill>
            <a:schemeClr val="tx2"/>
          </a:solidFill>
        </a:ln>
      </a:spPr>
      <a:bodyPr/>
      <a:lstStyle/>
      <a:style>
        <a:lnRef idx="1">
          <a:schemeClr val="accent1"/>
        </a:lnRef>
        <a:fillRef idx="0">
          <a:schemeClr val="accent1"/>
        </a:fillRef>
        <a:effectRef idx="0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テーマ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游ゴシック Light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游ゴシック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customXml/_rels/item1.xml.rels><?xml version='1.0' encoding='UTF-8' standalone='yes'?>
<Relationships xmlns="http://schemas.openxmlformats.org/package/2006/relationships"><Relationship Id="rId1" Type="http://schemas.openxmlformats.org/officeDocument/2006/relationships/customXmlProps" Target="itemProps1.xml"/></Relationships>
</file>

<file path=customXml/_rels/item2.xml.rels><?xml version='1.0' encoding='UTF-8' standalone='yes'?>
<Relationships xmlns="http://schemas.openxmlformats.org/package/2006/relationships"><Relationship Id="rId1" Type="http://schemas.openxmlformats.org/officeDocument/2006/relationships/customXmlProps" Target="itemProps2.xml"/></Relationships>
</file>

<file path=customXml/_rels/item3.xml.rels><?xml version='1.0' encoding='UTF-8' standalone='yes'?>
<Relationships xmlns="http://schemas.openxmlformats.org/package/2006/relationships"><Relationship Id="rId1" Type="http://schemas.openxmlformats.org/officeDocument/2006/relationships/customXmlProps" Target="itemProps3.xml"/></Relationships>
</file>

<file path=customXml/item1.xml><?xml version="1.0" encoding="utf-8"?>
<ct:contentTypeSchema xmlns:ct="http://schemas.microsoft.com/office/2006/metadata/contentType" xmlns:ma="http://schemas.microsoft.com/office/2006/metadata/properties/metaAttributes" ct:_="" ma:_="" ma:contentTypeName="ドキュメント" ma:contentTypeID="0x010100CAA98F3332D97A45A4456E8DA039AEBC" ma:contentTypeVersion="12" ma:contentTypeDescription="新しいドキュメントを作成します。" ma:contentTypeScope="" ma:versionID="a9dd5d2222e388c7d315e043965fb87e">
  <xsd:schema xmlns:xsd="http://www.w3.org/2001/XMLSchema" xmlns:xs="http://www.w3.org/2001/XMLSchema" xmlns:p="http://schemas.microsoft.com/office/2006/metadata/properties" xmlns:ns2="768ecba8-f556-413e-93cf-a669b10e85e2" xmlns:ns3="5d54735c-8563-480c-aa17-13e507c6fcf6" targetNamespace="http://schemas.microsoft.com/office/2006/metadata/properties" ma:root="true" ma:fieldsID="3be956df6bb9cabc9cd1a95b5e82f7fe" ns2:_="" ns3:_="">
    <xsd:import namespace="768ecba8-f556-413e-93cf-a669b10e85e2"/>
    <xsd:import namespace="5d54735c-8563-480c-aa17-13e507c6fcf6"/>
    <xsd:element name="properties">
      <xsd:complexType>
        <xsd:sequence>
          <xsd:element name="documentManagement">
            <xsd:complexType>
              <xsd:all>
                <xsd:element ref="ns2:MediaServiceMetadata" minOccurs="0"/>
                <xsd:element ref="ns2:MediaServiceFastMetadata" minOccurs="0"/>
                <xsd:element ref="ns2:MediaServiceSearchProperties" minOccurs="0"/>
                <xsd:element ref="ns2:MediaServiceObjectDetectorVersions" minOccurs="0"/>
                <xsd:element ref="ns2:lcf76f155ced4ddcb4097134ff3c332f" minOccurs="0"/>
                <xsd:element ref="ns3:TaxCatchAll" minOccurs="0"/>
                <xsd:element ref="ns2:MediaServiceDateTaken" minOccurs="0"/>
                <xsd:element ref="ns2:MediaServiceOCR" minOccurs="0"/>
                <xsd:element ref="ns2:MediaServiceGenerationTime" minOccurs="0"/>
                <xsd:element ref="ns2:MediaServiceEventHashCode" minOccurs="0"/>
                <xsd:element ref="ns2:MediaLengthInSeconds" minOccurs="0"/>
              </xsd:all>
            </xsd:complexType>
          </xsd:element>
        </xsd:sequence>
      </xsd:complex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768ecba8-f556-413e-93cf-a669b10e85e2" elementFormDefault="qualified">
    <xsd:import namespace="http://schemas.microsoft.com/office/2006/documentManagement/types"/>
    <xsd:import namespace="http://schemas.microsoft.com/office/infopath/2007/PartnerControls"/>
    <xsd:element name="MediaServiceMetadata" ma:index="8" nillable="true" ma:displayName="MediaServiceMetadata" ma:hidden="true" ma:internalName="MediaServiceMetadata" ma:readOnly="true">
      <xsd:simpleType>
        <xsd:restriction base="dms:Note"/>
      </xsd:simpleType>
    </xsd:element>
    <xsd:element name="MediaServiceFastMetadata" ma:index="9" nillable="true" ma:displayName="MediaServiceFastMetadata" ma:hidden="true" ma:internalName="MediaServiceFastMetadata" ma:readOnly="true">
      <xsd:simpleType>
        <xsd:restriction base="dms:Note"/>
      </xsd:simpleType>
    </xsd:element>
    <xsd:element name="MediaServiceSearchProperties" ma:index="10" nillable="true" ma:displayName="MediaServiceSearchProperties" ma:hidden="true" ma:internalName="MediaServiceSearchProperties" ma:readOnly="true">
      <xsd:simpleType>
        <xsd:restriction base="dms:Note"/>
      </xsd:simpleType>
    </xsd:element>
    <xsd:element name="MediaServiceObjectDetectorVersions" ma:index="11" nillable="true" ma:displayName="MediaServiceObjectDetectorVersions" ma:hidden="true" ma:indexed="true" ma:internalName="MediaServiceObjectDetectorVersions" ma:readOnly="true">
      <xsd:simpleType>
        <xsd:restriction base="dms:Text"/>
      </xsd:simpleType>
    </xsd:element>
    <xsd:element name="lcf76f155ced4ddcb4097134ff3c332f" ma:index="13" nillable="true" ma:taxonomy="true" ma:internalName="lcf76f155ced4ddcb4097134ff3c332f" ma:taxonomyFieldName="MediaServiceImageTags" ma:displayName="画像タグ" ma:readOnly="false" ma:fieldId="{5cf76f15-5ced-4ddc-b409-7134ff3c332f}" ma:taxonomyMulti="true" ma:sspId="6bc6290a-8cd6-4a27-9e67-61465016fcd5" ma:termSetId="09814cd3-568e-fe90-9814-8d621ff8fb84" ma:anchorId="fba54fb3-c3e1-fe81-a776-ca4b69148c4d" ma:open="true" ma:isKeyword="false">
      <xsd:complexType>
        <xsd:sequence>
          <xsd:element ref="pc:Terms" minOccurs="0" maxOccurs="1"/>
        </xsd:sequence>
      </xsd:complexType>
    </xsd:element>
    <xsd:element name="MediaServiceDateTaken" ma:index="15" nillable="true" ma:displayName="MediaServiceDateTaken" ma:hidden="true" ma:indexed="true" ma:internalName="MediaServiceDateTaken" ma:readOnly="true">
      <xsd:simpleType>
        <xsd:restriction base="dms:Text"/>
      </xsd:simpleType>
    </xsd:element>
    <xsd:element name="MediaServiceOCR" ma:index="16" nillable="true" ma:displayName="Extracted Text" ma:internalName="MediaServiceOCR" ma:readOnly="true">
      <xsd:simpleType>
        <xsd:restriction base="dms:Note">
          <xsd:maxLength value="255"/>
        </xsd:restriction>
      </xsd:simpleType>
    </xsd:element>
    <xsd:element name="MediaServiceGenerationTime" ma:index="17" nillable="true" ma:displayName="MediaServiceGenerationTime" ma:hidden="true" ma:internalName="MediaServiceGenerationTime" ma:readOnly="true">
      <xsd:simpleType>
        <xsd:restriction base="dms:Text"/>
      </xsd:simpleType>
    </xsd:element>
    <xsd:element name="MediaServiceEventHashCode" ma:index="18" nillable="true" ma:displayName="MediaServiceEventHashCode" ma:hidden="true" ma:internalName="MediaServiceEventHashCode" ma:readOnly="true">
      <xsd:simpleType>
        <xsd:restriction base="dms:Text"/>
      </xsd:simpleType>
    </xsd:element>
    <xsd:element name="MediaLengthInSeconds" ma:index="19" nillable="true" ma:displayName="MediaLengthInSeconds" ma:hidden="true" ma:internalName="MediaLengthInSeconds" ma:readOnly="true">
      <xsd:simpleType>
        <xsd:restriction base="dms:Unknown"/>
      </xsd:simple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5d54735c-8563-480c-aa17-13e507c6fcf6" elementFormDefault="qualified">
    <xsd:import namespace="http://schemas.microsoft.com/office/2006/documentManagement/types"/>
    <xsd:import namespace="http://schemas.microsoft.com/office/infopath/2007/PartnerControls"/>
    <xsd:element name="TaxCatchAll" ma:index="14" nillable="true" ma:displayName="Taxonomy Catch All Column" ma:hidden="true" ma:list="{da389499-0d15-4af5-a8f8-3328c899a89d}" ma:internalName="TaxCatchAll" ma:showField="CatchAllData" ma:web="5d54735c-8563-480c-aa17-13e507c6fcf6">
      <xsd:complexType>
        <xsd:complexContent>
          <xsd:extension base="dms:MultiChoiceLookup">
            <xsd:sequence>
              <xsd:element name="Value" type="dms:Lookup" maxOccurs="unbounded" minOccurs="0" nillable="true"/>
            </xsd:sequence>
          </xsd:extension>
        </xsd:complexContent>
      </xsd:complexType>
    </xsd:element>
  </xsd:schema>
  <xsd:schema xmlns="http://schemas.openxmlformats.org/package/2006/metadata/core-properties" xmlns:xsd="http://www.w3.org/2001/XMLSchema" xmlns:xsi="http://www.w3.org/2001/XMLSchema-instance" xmlns:dc="http://purl.org/dc/elements/1.1/" xmlns:dcterms="http://purl.org/dc/terms/" xmlns:odoc="http://schemas.microsoft.com/internal/obd" targetNamespace="http://schemas.openxmlformats.org/package/2006/metadata/core-properties" elementFormDefault="qualified" attributeFormDefault="unqualified" blockDefault="#all">
    <xsd:import namespace="http://purl.org/dc/elements/1.1/" schemaLocation="http://dublincore.org/schemas/xmls/qdc/2003/04/02/dc.xsd"/>
    <xsd:import namespace="http://purl.org/dc/terms/" schemaLocation="http://dublincore.org/schemas/xmls/qdc/2003/04/02/dcterms.xsd"/>
    <xsd:element name="coreProperties" type="CT_coreProperties"/>
    <xsd:complexType name="CT_coreProperties">
      <xsd:all>
        <xsd:element ref="dc:creator" minOccurs="0" maxOccurs="1"/>
        <xsd:element ref="dcterms:created" minOccurs="0" maxOccurs="1"/>
        <xsd:element ref="dc:identifier" minOccurs="0" maxOccurs="1"/>
        <xsd:element name="contentType" minOccurs="0" maxOccurs="1" type="xsd:string" ma:index="0" ma:displayName="コンテンツ タイプ"/>
        <xsd:element ref="dc:title" minOccurs="0" maxOccurs="1" ma:index="4" ma:displayName="タイトル"/>
        <xsd:element ref="dc:subject" minOccurs="0" maxOccurs="1"/>
        <xsd:element ref="dc:description" minOccurs="0" maxOccurs="1"/>
        <xsd:element name="keywords" minOccurs="0" maxOccurs="1" type="xsd:string"/>
        <xsd:element ref="dc:language" minOccurs="0" maxOccurs="1"/>
        <xsd:element name="category" minOccurs="0" maxOccurs="1" type="xsd:string"/>
        <xsd:element name="version" minOccurs="0" maxOccurs="1" type="xsd:string"/>
        <xsd:element name="revision" minOccurs="0" maxOccurs="1" type="xsd:string">
          <xsd:annotation>
            <xsd:documentation>
                        This value indicates the number of saves or revisions. The application is responsible for updating this value after each revision.
                    </xsd:documentation>
          </xsd:annotation>
        </xsd:element>
        <xsd:element name="lastModifiedBy" minOccurs="0" maxOccurs="1" type="xsd:string"/>
        <xsd:element ref="dcterms:modified" minOccurs="0" maxOccurs="1"/>
        <xsd:element name="contentStatus" minOccurs="0" maxOccurs="1" type="xsd:string"/>
      </xsd:all>
    </xsd:complexType>
  </xsd:schema>
  <xs:schema xmlns:pc="http://schemas.microsoft.com/office/infopath/2007/PartnerControls" xmlns:xs="http://www.w3.org/2001/XMLSchema" targetNamespace="http://schemas.microsoft.com/office/infopath/2007/PartnerControls" elementFormDefault="qualified" attributeFormDefault="unqualified">
    <xs:element name="Person">
      <xs:complexType>
        <xs:sequence>
          <xs:element ref="pc:DisplayName" minOccurs="0"/>
          <xs:element ref="pc:AccountId" minOccurs="0"/>
          <xs:element ref="pc:AccountType" minOccurs="0"/>
        </xs:sequence>
      </xs:complexType>
    </xs:element>
    <xs:element name="DisplayName" type="xs:string"/>
    <xs:element name="AccountId" type="xs:string"/>
    <xs:element name="AccountType" type="xs:string"/>
    <xs:element name="BDCAssociatedEntity">
      <xs:complexType>
        <xs:sequence>
          <xs:element ref="pc:BDCEntity" minOccurs="0" maxOccurs="unbounded"/>
        </xs:sequence>
        <xs:attribute ref="pc:EntityNamespace"/>
        <xs:attribute ref="pc:EntityName"/>
        <xs:attribute ref="pc:SystemInstanceName"/>
        <xs:attribute ref="pc:AssociationName"/>
      </xs:complexType>
    </xs:element>
    <xs:attribute name="EntityNamespace" type="xs:string"/>
    <xs:attribute name="EntityName" type="xs:string"/>
    <xs:attribute name="SystemInstanceName" type="xs:string"/>
    <xs:attribute name="AssociationName" type="xs:string"/>
    <xs:element name="BDCEntity">
      <xs:complexType>
        <xs:sequence>
          <xs:element ref="pc:EntityDisplayName" minOccurs="0"/>
          <xs:element ref="pc:EntityInstanceReference" minOccurs="0"/>
          <xs:element ref="pc:EntityId1" minOccurs="0"/>
          <xs:element ref="pc:EntityId2" minOccurs="0"/>
          <xs:element ref="pc:EntityId3" minOccurs="0"/>
          <xs:element ref="pc:EntityId4" minOccurs="0"/>
          <xs:element ref="pc:EntityId5" minOccurs="0"/>
        </xs:sequence>
      </xs:complexType>
    </xs:element>
    <xs:element name="EntityDisplayName" type="xs:string"/>
    <xs:element name="EntityInstanceReference" type="xs:string"/>
    <xs:element name="EntityId1" type="xs:string"/>
    <xs:element name="EntityId2" type="xs:string"/>
    <xs:element name="EntityId3" type="xs:string"/>
    <xs:element name="EntityId4" type="xs:string"/>
    <xs:element name="EntityId5" type="xs:string"/>
    <xs:element name="Terms">
      <xs:complexType>
        <xs:sequence>
          <xs:element ref="pc:TermInfo" minOccurs="0" maxOccurs="unbounded"/>
        </xs:sequence>
      </xs:complexType>
    </xs:element>
    <xs:element name="TermInfo">
      <xs:complexType>
        <xs:sequence>
          <xs:element ref="pc:TermName" minOccurs="0"/>
          <xs:element ref="pc:TermId" minOccurs="0"/>
        </xs:sequence>
      </xs:complexType>
    </xs:element>
    <xs:element name="TermName" type="xs:string"/>
    <xs:element name="TermId" type="xs:string"/>
  </xs:schema>
</ct:contentTypeSchema>
</file>

<file path=customXml/item2.xml><?xml version="1.0" encoding="utf-8"?>
<p:properties xmlns:p="http://schemas.microsoft.com/office/2006/metadata/properties" xmlns:xsi="http://www.w3.org/2001/XMLSchema-instance" xmlns:pc="http://schemas.microsoft.com/office/infopath/2007/PartnerControls">
  <documentManagement>
    <TaxCatchAll xmlns="5d54735c-8563-480c-aa17-13e507c6fcf6" xsi:nil="true"/>
    <lcf76f155ced4ddcb4097134ff3c332f xmlns="768ecba8-f556-413e-93cf-a669b10e85e2">
      <Terms xmlns="http://schemas.microsoft.com/office/infopath/2007/PartnerControls"/>
    </lcf76f155ced4ddcb4097134ff3c332f>
  </documentManagement>
</p:properties>
</file>

<file path=customXml/item3.xml><?xml version="1.0" encoding="utf-8"?>
<?mso-contentType ?>
<FormTemplates xmlns="http://schemas.microsoft.com/sharepoint/v3/contenttype/forms">
  <Display>DocumentLibraryForm</Display>
  <Edit>DocumentLibraryForm</Edit>
  <New>DocumentLibraryForm</New>
</FormTemplates>
</file>

<file path=customXml/itemProps1.xml><?xml version="1.0" encoding="utf-8"?>
<ds:datastoreItem xmlns:ds="http://schemas.openxmlformats.org/officeDocument/2006/customXml" ds:itemID="{3C297DEA-7133-44D9-8C5E-398C1765FB91}"/>
</file>

<file path=customXml/itemProps2.xml><?xml version="1.0" encoding="utf-8"?>
<ds:datastoreItem xmlns:ds="http://schemas.openxmlformats.org/officeDocument/2006/customXml" ds:itemID="{3FFB5523-FEB7-4908-9109-C2FCB7452423}">
  <ds:schemaRefs>
    <ds:schemaRef ds:uri="http://schemas.microsoft.com/office/2006/metadata/properties"/>
    <ds:schemaRef ds:uri="http://purl.org/dc/terms/"/>
    <ds:schemaRef ds:uri="5d54735c-8563-480c-aa17-13e507c6fcf6"/>
    <ds:schemaRef ds:uri="http://purl.org/dc/dcmitype/"/>
    <ds:schemaRef ds:uri="http://schemas.microsoft.com/office/2006/documentManagement/types"/>
    <ds:schemaRef ds:uri="http://schemas.openxmlformats.org/package/2006/metadata/core-properties"/>
    <ds:schemaRef ds:uri="http://purl.org/dc/elements/1.1/"/>
    <ds:schemaRef ds:uri="http://schemas.microsoft.com/office/infopath/2007/PartnerControls"/>
    <ds:schemaRef ds:uri="768ecba8-f556-413e-93cf-a669b10e85e2"/>
    <ds:schemaRef ds:uri="http://www.w3.org/XML/1998/namespace"/>
  </ds:schemaRefs>
</ds:datastoreItem>
</file>

<file path=customXml/itemProps3.xml><?xml version="1.0" encoding="utf-8"?>
<ds:datastoreItem xmlns:ds="http://schemas.openxmlformats.org/officeDocument/2006/customXml" ds:itemID="{458AE83B-8FBF-46E4-95C5-6FC34C176263}">
  <ds:schemaRefs>
    <ds:schemaRef ds:uri="http://schemas.microsoft.com/sharepoint/v3/contenttype/forms"/>
  </ds:schemaRefs>
</ds:datastoreItem>
</file>

<file path=docProps/app.xml><?xml version="1.0" encoding="utf-8"?>
<Properties xmlns="http://schemas.openxmlformats.org/officeDocument/2006/extended-properties" xmlns:vt="http://schemas.openxmlformats.org/officeDocument/2006/docPropsVTypes">
  <TotalTime>1617</TotalTime>
  <Words>634</Words>
  <Application>Microsoft Office PowerPoint</Application>
  <PresentationFormat>Widescreen</PresentationFormat>
  <Paragraphs>451</Paragraphs>
  <Slides>21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21</vt:i4>
      </vt:variant>
    </vt:vector>
  </HeadingPairs>
  <TitlesOfParts>
    <vt:vector size="22" baseType="lpstr">
      <vt:lpstr>2025_White_ver.1</vt:lpstr>
      <vt:lpstr>テキストサンプル</vt:lpstr>
      <vt:lpstr>目次</vt:lpstr>
      <vt:lpstr>テキストサンプル</vt:lpstr>
      <vt:lpstr>テキストサンプル</vt:lpstr>
      <vt:lpstr>テキストサンプル</vt:lpstr>
      <vt:lpstr>PowerPoint Presentation</vt:lpstr>
      <vt:lpstr>PowerPoint Presentation</vt:lpstr>
      <vt:lpstr>パーツ集</vt:lpstr>
      <vt:lpstr>矢印01</vt:lpstr>
      <vt:lpstr>矢印02</vt:lpstr>
      <vt:lpstr>表01</vt:lpstr>
      <vt:lpstr>表02</vt:lpstr>
      <vt:lpstr>表03</vt:lpstr>
      <vt:lpstr>表04</vt:lpstr>
      <vt:lpstr>ガントチャート</vt:lpstr>
      <vt:lpstr>時系列</vt:lpstr>
      <vt:lpstr>テキストボックス01</vt:lpstr>
      <vt:lpstr>テキストボックス02</vt:lpstr>
      <vt:lpstr>テキストボックス03</vt:lpstr>
      <vt:lpstr>組織図</vt:lpstr>
      <vt:lpstr>アイコン集（Insight Engineからダウンロード可能）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PowerPoint プレゼンテーション</dc:title>
  <dc:creator>Yuma Mitsui</dc:creator>
  <cp:lastModifiedBy>杉村　麻記子</cp:lastModifiedBy>
  <cp:revision>48</cp:revision>
  <dcterms:created xsi:type="dcterms:W3CDTF">2025-02-21T11:36:23Z</dcterms:created>
  <dcterms:modified xsi:type="dcterms:W3CDTF">2025-10-06T00:33:21Z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MSIP_Label_babb27ca-7868-470c-8d5b-74df37759162_Enabled">
    <vt:lpwstr>true</vt:lpwstr>
  </property>
  <property fmtid="{D5CDD505-2E9C-101B-9397-08002B2CF9AE}" pid="3" name="MSIP_Label_babb27ca-7868-470c-8d5b-74df37759162_SetDate">
    <vt:lpwstr>2025-02-26T05:21:00Z</vt:lpwstr>
  </property>
  <property fmtid="{D5CDD505-2E9C-101B-9397-08002B2CF9AE}" pid="4" name="MSIP_Label_babb27ca-7868-470c-8d5b-74df37759162_Method">
    <vt:lpwstr>Privileged</vt:lpwstr>
  </property>
  <property fmtid="{D5CDD505-2E9C-101B-9397-08002B2CF9AE}" pid="5" name="MSIP_Label_babb27ca-7868-470c-8d5b-74df37759162_Name">
    <vt:lpwstr>babb27ca-7868-470c-8d5b-74df37759162</vt:lpwstr>
  </property>
  <property fmtid="{D5CDD505-2E9C-101B-9397-08002B2CF9AE}" pid="6" name="MSIP_Label_babb27ca-7868-470c-8d5b-74df37759162_SiteId">
    <vt:lpwstr>bdda4ca5-4ffd-4f47-9e0d-ce56ad194b37</vt:lpwstr>
  </property>
  <property fmtid="{D5CDD505-2E9C-101B-9397-08002B2CF9AE}" pid="7" name="MSIP_Label_babb27ca-7868-470c-8d5b-74df37759162_ActionId">
    <vt:lpwstr>409e75ba-ed6c-46ec-8ac8-331d2d64c1ff</vt:lpwstr>
  </property>
  <property fmtid="{D5CDD505-2E9C-101B-9397-08002B2CF9AE}" pid="8" name="MSIP_Label_babb27ca-7868-470c-8d5b-74df37759162_ContentBits">
    <vt:lpwstr>0</vt:lpwstr>
  </property>
  <property fmtid="{D5CDD505-2E9C-101B-9397-08002B2CF9AE}" pid="9" name="ContentTypeId">
    <vt:lpwstr>0x010100CAA98F3332D97A45A4456E8DA039AEBC</vt:lpwstr>
  </property>
  <property fmtid="{D5CDD505-2E9C-101B-9397-08002B2CF9AE}" pid="10" name="MediaServiceImageTags">
    <vt:lpwstr/>
  </property>
</Properties>
</file>